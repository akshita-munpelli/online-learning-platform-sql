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4" r:id="rId15"/>
    <p:sldId id="269" r:id="rId16"/>
    <p:sldId id="270" r:id="rId17"/>
    <p:sldId id="271" r:id="rId18"/>
    <p:sldId id="272" r:id="rId19"/>
    <p:sldId id="273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4C2FEE-70E6-445A-BB42-2864A53715D7}" v="105" dt="2026-07-30T13:40:06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ita munpelli" userId="a15adb4603c047ca" providerId="LiveId" clId="{64100EF1-F8F1-4C57-B535-51BB5ED9A719}"/>
    <pc:docChg chg="undo custSel addSld delSld modSld sldOrd">
      <pc:chgData name="akshita munpelli" userId="a15adb4603c047ca" providerId="LiveId" clId="{64100EF1-F8F1-4C57-B535-51BB5ED9A719}" dt="2026-08-04T06:51:30.692" v="2425" actId="20577"/>
      <pc:docMkLst>
        <pc:docMk/>
      </pc:docMkLst>
      <pc:sldChg chg="modSp mod">
        <pc:chgData name="akshita munpelli" userId="a15adb4603c047ca" providerId="LiveId" clId="{64100EF1-F8F1-4C57-B535-51BB5ED9A719}" dt="2026-07-17T17:40:29.437" v="782" actId="115"/>
        <pc:sldMkLst>
          <pc:docMk/>
          <pc:sldMk cId="2018945510" sldId="256"/>
        </pc:sldMkLst>
        <pc:spChg chg="mod">
          <ac:chgData name="akshita munpelli" userId="a15adb4603c047ca" providerId="LiveId" clId="{64100EF1-F8F1-4C57-B535-51BB5ED9A719}" dt="2026-07-17T17:40:29.437" v="782" actId="115"/>
          <ac:spMkLst>
            <pc:docMk/>
            <pc:sldMk cId="2018945510" sldId="256"/>
            <ac:spMk id="6" creationId="{EB6116FE-395A-CBC3-7684-5B490B85C4BA}"/>
          </ac:spMkLst>
        </pc:spChg>
      </pc:sldChg>
      <pc:sldChg chg="modSp mod">
        <pc:chgData name="akshita munpelli" userId="a15adb4603c047ca" providerId="LiveId" clId="{64100EF1-F8F1-4C57-B535-51BB5ED9A719}" dt="2026-07-18T15:30:40.500" v="1332" actId="14100"/>
        <pc:sldMkLst>
          <pc:docMk/>
          <pc:sldMk cId="2413695503" sldId="258"/>
        </pc:sldMkLst>
        <pc:spChg chg="mod">
          <ac:chgData name="akshita munpelli" userId="a15adb4603c047ca" providerId="LiveId" clId="{64100EF1-F8F1-4C57-B535-51BB5ED9A719}" dt="2026-07-18T15:30:40.500" v="1332" actId="14100"/>
          <ac:spMkLst>
            <pc:docMk/>
            <pc:sldMk cId="2413695503" sldId="258"/>
            <ac:spMk id="5" creationId="{128E4C96-FA08-A50A-65F3-805C2391C17E}"/>
          </ac:spMkLst>
        </pc:spChg>
      </pc:sldChg>
      <pc:sldChg chg="addSp delSp modSp mod">
        <pc:chgData name="akshita munpelli" userId="a15adb4603c047ca" providerId="LiveId" clId="{64100EF1-F8F1-4C57-B535-51BB5ED9A719}" dt="2026-07-17T16:50:43.623" v="117" actId="255"/>
        <pc:sldMkLst>
          <pc:docMk/>
          <pc:sldMk cId="205019320" sldId="261"/>
        </pc:sldMkLst>
        <pc:spChg chg="add mod">
          <ac:chgData name="akshita munpelli" userId="a15adb4603c047ca" providerId="LiveId" clId="{64100EF1-F8F1-4C57-B535-51BB5ED9A719}" dt="2026-07-17T16:45:47.415" v="21" actId="404"/>
          <ac:spMkLst>
            <pc:docMk/>
            <pc:sldMk cId="205019320" sldId="261"/>
            <ac:spMk id="3" creationId="{CFA7CC1C-9D52-4EEA-64FA-51ED3AA34E3F}"/>
          </ac:spMkLst>
        </pc:spChg>
        <pc:spChg chg="add mod">
          <ac:chgData name="akshita munpelli" userId="a15adb4603c047ca" providerId="LiveId" clId="{64100EF1-F8F1-4C57-B535-51BB5ED9A719}" dt="2026-07-17T16:50:43.623" v="117" actId="255"/>
          <ac:spMkLst>
            <pc:docMk/>
            <pc:sldMk cId="205019320" sldId="261"/>
            <ac:spMk id="10" creationId="{66730600-E0FE-4873-758E-B3A2FF8BA779}"/>
          </ac:spMkLst>
        </pc:spChg>
        <pc:picChg chg="add mod">
          <ac:chgData name="akshita munpelli" userId="a15adb4603c047ca" providerId="LiveId" clId="{64100EF1-F8F1-4C57-B535-51BB5ED9A719}" dt="2026-07-17T16:47:00.690" v="53" actId="14100"/>
          <ac:picMkLst>
            <pc:docMk/>
            <pc:sldMk cId="205019320" sldId="261"/>
            <ac:picMk id="6" creationId="{04042E20-DA00-8529-DC6D-6308A4AF1C96}"/>
          </ac:picMkLst>
        </pc:picChg>
        <pc:picChg chg="add mod">
          <ac:chgData name="akshita munpelli" userId="a15adb4603c047ca" providerId="LiveId" clId="{64100EF1-F8F1-4C57-B535-51BB5ED9A719}" dt="2026-07-17T16:47:36.799" v="60" actId="14100"/>
          <ac:picMkLst>
            <pc:docMk/>
            <pc:sldMk cId="205019320" sldId="261"/>
            <ac:picMk id="8" creationId="{8C0EBC57-6A60-7FFD-9815-73438F7ECBAB}"/>
          </ac:picMkLst>
        </pc:picChg>
      </pc:sldChg>
      <pc:sldChg chg="addSp modSp mod">
        <pc:chgData name="akshita munpelli" userId="a15adb4603c047ca" providerId="LiveId" clId="{64100EF1-F8F1-4C57-B535-51BB5ED9A719}" dt="2026-07-17T17:04:42.422" v="221" actId="255"/>
        <pc:sldMkLst>
          <pc:docMk/>
          <pc:sldMk cId="1284085213" sldId="262"/>
        </pc:sldMkLst>
        <pc:spChg chg="add mod">
          <ac:chgData name="akshita munpelli" userId="a15adb4603c047ca" providerId="LiveId" clId="{64100EF1-F8F1-4C57-B535-51BB5ED9A719}" dt="2026-07-17T17:02:52.002" v="161" actId="115"/>
          <ac:spMkLst>
            <pc:docMk/>
            <pc:sldMk cId="1284085213" sldId="262"/>
            <ac:spMk id="6" creationId="{F42762FE-843F-5881-FC5E-46446FD5D428}"/>
          </ac:spMkLst>
        </pc:spChg>
        <pc:spChg chg="add mod">
          <ac:chgData name="akshita munpelli" userId="a15adb4603c047ca" providerId="LiveId" clId="{64100EF1-F8F1-4C57-B535-51BB5ED9A719}" dt="2026-07-17T17:04:42.422" v="221" actId="255"/>
          <ac:spMkLst>
            <pc:docMk/>
            <pc:sldMk cId="1284085213" sldId="262"/>
            <ac:spMk id="7" creationId="{D661922E-D19F-0202-1B97-C981A19943B8}"/>
          </ac:spMkLst>
        </pc:spChg>
        <pc:picChg chg="add mod">
          <ac:chgData name="akshita munpelli" userId="a15adb4603c047ca" providerId="LiveId" clId="{64100EF1-F8F1-4C57-B535-51BB5ED9A719}" dt="2026-07-17T17:02:41.538" v="159" actId="14100"/>
          <ac:picMkLst>
            <pc:docMk/>
            <pc:sldMk cId="1284085213" sldId="262"/>
            <ac:picMk id="5" creationId="{C389F0D2-2440-B3B8-F627-3AD17DF457A3}"/>
          </ac:picMkLst>
        </pc:picChg>
        <pc:picChg chg="add mod">
          <ac:chgData name="akshita munpelli" userId="a15adb4603c047ca" providerId="LiveId" clId="{64100EF1-F8F1-4C57-B535-51BB5ED9A719}" dt="2026-07-17T17:02:45.438" v="160" actId="14100"/>
          <ac:picMkLst>
            <pc:docMk/>
            <pc:sldMk cId="1284085213" sldId="262"/>
            <ac:picMk id="9" creationId="{791576E6-1BD8-17A3-11DF-820450217625}"/>
          </ac:picMkLst>
        </pc:picChg>
      </pc:sldChg>
      <pc:sldChg chg="addSp modSp mod">
        <pc:chgData name="akshita munpelli" userId="a15adb4603c047ca" providerId="LiveId" clId="{64100EF1-F8F1-4C57-B535-51BB5ED9A719}" dt="2026-07-22T07:17:19.023" v="1360" actId="1035"/>
        <pc:sldMkLst>
          <pc:docMk/>
          <pc:sldMk cId="1602254963" sldId="263"/>
        </pc:sldMkLst>
        <pc:spChg chg="add mod">
          <ac:chgData name="akshita munpelli" userId="a15adb4603c047ca" providerId="LiveId" clId="{64100EF1-F8F1-4C57-B535-51BB5ED9A719}" dt="2026-07-17T17:07:43.121" v="256" actId="115"/>
          <ac:spMkLst>
            <pc:docMk/>
            <pc:sldMk cId="1602254963" sldId="263"/>
            <ac:spMk id="8" creationId="{E606FA31-848E-E9F7-66D9-E8E5373D767B}"/>
          </ac:spMkLst>
        </pc:spChg>
        <pc:spChg chg="add mod">
          <ac:chgData name="akshita munpelli" userId="a15adb4603c047ca" providerId="LiveId" clId="{64100EF1-F8F1-4C57-B535-51BB5ED9A719}" dt="2026-07-22T07:17:12.638" v="1358" actId="20577"/>
          <ac:spMkLst>
            <pc:docMk/>
            <pc:sldMk cId="1602254963" sldId="263"/>
            <ac:spMk id="9" creationId="{7BD2CBA2-7AB6-D405-49F9-93DC2B885094}"/>
          </ac:spMkLst>
        </pc:spChg>
        <pc:picChg chg="mod">
          <ac:chgData name="akshita munpelli" userId="a15adb4603c047ca" providerId="LiveId" clId="{64100EF1-F8F1-4C57-B535-51BB5ED9A719}" dt="2026-07-22T07:17:19.023" v="1360" actId="1035"/>
          <ac:picMkLst>
            <pc:docMk/>
            <pc:sldMk cId="1602254963" sldId="263"/>
            <ac:picMk id="4" creationId="{22A373CE-D9D4-6B7C-5FA2-3735847B78FC}"/>
          </ac:picMkLst>
        </pc:picChg>
        <pc:picChg chg="add mod">
          <ac:chgData name="akshita munpelli" userId="a15adb4603c047ca" providerId="LiveId" clId="{64100EF1-F8F1-4C57-B535-51BB5ED9A719}" dt="2026-07-17T17:07:48.184" v="257" actId="14100"/>
          <ac:picMkLst>
            <pc:docMk/>
            <pc:sldMk cId="1602254963" sldId="263"/>
            <ac:picMk id="5" creationId="{8F6FE13F-4017-246E-EF3F-0152D7F0B4FA}"/>
          </ac:picMkLst>
        </pc:picChg>
        <pc:picChg chg="add mod">
          <ac:chgData name="akshita munpelli" userId="a15adb4603c047ca" providerId="LiveId" clId="{64100EF1-F8F1-4C57-B535-51BB5ED9A719}" dt="2026-07-17T17:07:53.507" v="258" actId="1076"/>
          <ac:picMkLst>
            <pc:docMk/>
            <pc:sldMk cId="1602254963" sldId="263"/>
            <ac:picMk id="7" creationId="{029A3E08-8E77-F2D5-5055-FA71C257321F}"/>
          </ac:picMkLst>
        </pc:picChg>
      </pc:sldChg>
      <pc:sldChg chg="addSp modSp mod">
        <pc:chgData name="akshita munpelli" userId="a15adb4603c047ca" providerId="LiveId" clId="{64100EF1-F8F1-4C57-B535-51BB5ED9A719}" dt="2026-07-18T10:46:41.748" v="807" actId="14100"/>
        <pc:sldMkLst>
          <pc:docMk/>
          <pc:sldMk cId="1824964464" sldId="264"/>
        </pc:sldMkLst>
        <pc:spChg chg="add mod">
          <ac:chgData name="akshita munpelli" userId="a15adb4603c047ca" providerId="LiveId" clId="{64100EF1-F8F1-4C57-B535-51BB5ED9A719}" dt="2026-07-17T17:15:46.111" v="375" actId="404"/>
          <ac:spMkLst>
            <pc:docMk/>
            <pc:sldMk cId="1824964464" sldId="264"/>
            <ac:spMk id="3" creationId="{DD5E6568-BA84-6D53-4308-A08D33DA0F10}"/>
          </ac:spMkLst>
        </pc:spChg>
        <pc:spChg chg="add mod">
          <ac:chgData name="akshita munpelli" userId="a15adb4603c047ca" providerId="LiveId" clId="{64100EF1-F8F1-4C57-B535-51BB5ED9A719}" dt="2026-07-17T17:21:13.422" v="427" actId="115"/>
          <ac:spMkLst>
            <pc:docMk/>
            <pc:sldMk cId="1824964464" sldId="264"/>
            <ac:spMk id="9" creationId="{3256EEF4-4EA4-07DA-4166-9AF7632071AA}"/>
          </ac:spMkLst>
        </pc:spChg>
        <pc:picChg chg="add mod">
          <ac:chgData name="akshita munpelli" userId="a15adb4603c047ca" providerId="LiveId" clId="{64100EF1-F8F1-4C57-B535-51BB5ED9A719}" dt="2026-07-17T17:19:05.653" v="380" actId="14100"/>
          <ac:picMkLst>
            <pc:docMk/>
            <pc:sldMk cId="1824964464" sldId="264"/>
            <ac:picMk id="6" creationId="{554A5797-D876-FD47-36D5-218B6CFD9A92}"/>
          </ac:picMkLst>
        </pc:picChg>
        <pc:picChg chg="add mod">
          <ac:chgData name="akshita munpelli" userId="a15adb4603c047ca" providerId="LiveId" clId="{64100EF1-F8F1-4C57-B535-51BB5ED9A719}" dt="2026-07-18T10:46:41.748" v="807" actId="14100"/>
          <ac:picMkLst>
            <pc:docMk/>
            <pc:sldMk cId="1824964464" sldId="264"/>
            <ac:picMk id="8" creationId="{853F1158-071B-9A3D-2CA0-EF2853B712A7}"/>
          </ac:picMkLst>
        </pc:picChg>
      </pc:sldChg>
      <pc:sldChg chg="addSp modSp mod">
        <pc:chgData name="akshita munpelli" userId="a15adb4603c047ca" providerId="LiveId" clId="{64100EF1-F8F1-4C57-B535-51BB5ED9A719}" dt="2026-07-17T17:35:50.487" v="642" actId="114"/>
        <pc:sldMkLst>
          <pc:docMk/>
          <pc:sldMk cId="919439978" sldId="265"/>
        </pc:sldMkLst>
        <pc:spChg chg="add mod">
          <ac:chgData name="akshita munpelli" userId="a15adb4603c047ca" providerId="LiveId" clId="{64100EF1-F8F1-4C57-B535-51BB5ED9A719}" dt="2026-07-17T17:35:50.487" v="642" actId="114"/>
          <ac:spMkLst>
            <pc:docMk/>
            <pc:sldMk cId="919439978" sldId="265"/>
            <ac:spMk id="8" creationId="{C1ECD3E0-F464-7824-3233-7AE0F322B116}"/>
          </ac:spMkLst>
        </pc:spChg>
        <pc:spChg chg="add mod">
          <ac:chgData name="akshita munpelli" userId="a15adb4603c047ca" providerId="LiveId" clId="{64100EF1-F8F1-4C57-B535-51BB5ED9A719}" dt="2026-07-17T17:26:31.668" v="493" actId="115"/>
          <ac:spMkLst>
            <pc:docMk/>
            <pc:sldMk cId="919439978" sldId="265"/>
            <ac:spMk id="9" creationId="{6BCAB75F-E596-A8DB-AC3D-7F1652506E92}"/>
          </ac:spMkLst>
        </pc:spChg>
        <pc:picChg chg="add mod">
          <ac:chgData name="akshita munpelli" userId="a15adb4603c047ca" providerId="LiveId" clId="{64100EF1-F8F1-4C57-B535-51BB5ED9A719}" dt="2026-07-17T17:25:12.699" v="445" actId="14100"/>
          <ac:picMkLst>
            <pc:docMk/>
            <pc:sldMk cId="919439978" sldId="265"/>
            <ac:picMk id="5" creationId="{32032A77-1283-E219-0ACC-C2D5E481A40C}"/>
          </ac:picMkLst>
        </pc:picChg>
        <pc:picChg chg="add mod">
          <ac:chgData name="akshita munpelli" userId="a15adb4603c047ca" providerId="LiveId" clId="{64100EF1-F8F1-4C57-B535-51BB5ED9A719}" dt="2026-07-17T17:25:29.332" v="448" actId="1076"/>
          <ac:picMkLst>
            <pc:docMk/>
            <pc:sldMk cId="919439978" sldId="265"/>
            <ac:picMk id="7" creationId="{EC97C149-4B6A-BFC3-5A58-D378BD61E9A8}"/>
          </ac:picMkLst>
        </pc:picChg>
      </pc:sldChg>
      <pc:sldChg chg="addSp delSp modSp mod">
        <pc:chgData name="akshita munpelli" userId="a15adb4603c047ca" providerId="LiveId" clId="{64100EF1-F8F1-4C57-B535-51BB5ED9A719}" dt="2026-07-17T17:35:59.579" v="649" actId="114"/>
        <pc:sldMkLst>
          <pc:docMk/>
          <pc:sldMk cId="3361361791" sldId="266"/>
        </pc:sldMkLst>
        <pc:spChg chg="add mod">
          <ac:chgData name="akshita munpelli" userId="a15adb4603c047ca" providerId="LiveId" clId="{64100EF1-F8F1-4C57-B535-51BB5ED9A719}" dt="2026-07-17T17:35:59.579" v="649" actId="114"/>
          <ac:spMkLst>
            <pc:docMk/>
            <pc:sldMk cId="3361361791" sldId="266"/>
            <ac:spMk id="8" creationId="{50C683CD-BF02-074B-5537-231E1C8D1174}"/>
          </ac:spMkLst>
        </pc:spChg>
        <pc:spChg chg="add mod">
          <ac:chgData name="akshita munpelli" userId="a15adb4603c047ca" providerId="LiveId" clId="{64100EF1-F8F1-4C57-B535-51BB5ED9A719}" dt="2026-07-17T17:31:50.230" v="605" actId="207"/>
          <ac:spMkLst>
            <pc:docMk/>
            <pc:sldMk cId="3361361791" sldId="266"/>
            <ac:spMk id="10" creationId="{B15F5C9F-3331-FF76-4BFF-C8B86D4468FD}"/>
          </ac:spMkLst>
        </pc:spChg>
        <pc:picChg chg="add mod">
          <ac:chgData name="akshita munpelli" userId="a15adb4603c047ca" providerId="LiveId" clId="{64100EF1-F8F1-4C57-B535-51BB5ED9A719}" dt="2026-07-17T17:30:54.123" v="545" actId="14100"/>
          <ac:picMkLst>
            <pc:docMk/>
            <pc:sldMk cId="3361361791" sldId="266"/>
            <ac:picMk id="5" creationId="{069F4FB5-2361-EBA6-BE52-71BECFEF369A}"/>
          </ac:picMkLst>
        </pc:picChg>
        <pc:picChg chg="add mod">
          <ac:chgData name="akshita munpelli" userId="a15adb4603c047ca" providerId="LiveId" clId="{64100EF1-F8F1-4C57-B535-51BB5ED9A719}" dt="2026-07-17T17:31:05.393" v="564" actId="1035"/>
          <ac:picMkLst>
            <pc:docMk/>
            <pc:sldMk cId="3361361791" sldId="266"/>
            <ac:picMk id="7" creationId="{0B6A3919-4A51-B81D-FABF-1613CB49661C}"/>
          </ac:picMkLst>
        </pc:picChg>
      </pc:sldChg>
      <pc:sldChg chg="addSp delSp modSp add mod">
        <pc:chgData name="akshita munpelli" userId="a15adb4603c047ca" providerId="LiveId" clId="{64100EF1-F8F1-4C57-B535-51BB5ED9A719}" dt="2026-07-17T17:39:18.388" v="734" actId="115"/>
        <pc:sldMkLst>
          <pc:docMk/>
          <pc:sldMk cId="3146562277" sldId="267"/>
        </pc:sldMkLst>
        <pc:spChg chg="add mod">
          <ac:chgData name="akshita munpelli" userId="a15adb4603c047ca" providerId="LiveId" clId="{64100EF1-F8F1-4C57-B535-51BB5ED9A719}" dt="2026-07-17T17:39:18.388" v="734" actId="115"/>
          <ac:spMkLst>
            <pc:docMk/>
            <pc:sldMk cId="3146562277" sldId="267"/>
            <ac:spMk id="9" creationId="{96303F08-8B84-84BB-8890-DEE42A7EC2AF}"/>
          </ac:spMkLst>
        </pc:spChg>
        <pc:spChg chg="add mod">
          <ac:chgData name="akshita munpelli" userId="a15adb4603c047ca" providerId="LiveId" clId="{64100EF1-F8F1-4C57-B535-51BB5ED9A719}" dt="2026-07-17T17:36:56.965" v="702" actId="207"/>
          <ac:spMkLst>
            <pc:docMk/>
            <pc:sldMk cId="3146562277" sldId="267"/>
            <ac:spMk id="10" creationId="{A43735B5-FF8C-2EBD-8622-B2564469FFAC}"/>
          </ac:spMkLst>
        </pc:spChg>
        <pc:picChg chg="add mod">
          <ac:chgData name="akshita munpelli" userId="a15adb4603c047ca" providerId="LiveId" clId="{64100EF1-F8F1-4C57-B535-51BB5ED9A719}" dt="2026-07-17T17:34:12.831" v="612" actId="14100"/>
          <ac:picMkLst>
            <pc:docMk/>
            <pc:sldMk cId="3146562277" sldId="267"/>
            <ac:picMk id="5" creationId="{F8A23B25-7924-6516-7FA6-9A3E3D884136}"/>
          </ac:picMkLst>
        </pc:picChg>
        <pc:picChg chg="add mod">
          <ac:chgData name="akshita munpelli" userId="a15adb4603c047ca" providerId="LiveId" clId="{64100EF1-F8F1-4C57-B535-51BB5ED9A719}" dt="2026-07-17T17:34:52.083" v="617" actId="14100"/>
          <ac:picMkLst>
            <pc:docMk/>
            <pc:sldMk cId="3146562277" sldId="267"/>
            <ac:picMk id="7" creationId="{228F5728-4E8E-AF9D-E6C4-B0E630D2D9D2}"/>
          </ac:picMkLst>
        </pc:picChg>
      </pc:sldChg>
      <pc:sldChg chg="addSp modSp add mod">
        <pc:chgData name="akshita munpelli" userId="a15adb4603c047ca" providerId="LiveId" clId="{64100EF1-F8F1-4C57-B535-51BB5ED9A719}" dt="2026-07-17T17:40:09.890" v="781" actId="255"/>
        <pc:sldMkLst>
          <pc:docMk/>
          <pc:sldMk cId="2077731690" sldId="268"/>
        </pc:sldMkLst>
        <pc:spChg chg="add mod">
          <ac:chgData name="akshita munpelli" userId="a15adb4603c047ca" providerId="LiveId" clId="{64100EF1-F8F1-4C57-B535-51BB5ED9A719}" dt="2026-07-17T17:39:34.837" v="741" actId="1036"/>
          <ac:spMkLst>
            <pc:docMk/>
            <pc:sldMk cId="2077731690" sldId="268"/>
            <ac:spMk id="8" creationId="{8D6B3A45-B8E3-7533-4973-60A6B5D940D7}"/>
          </ac:spMkLst>
        </pc:spChg>
        <pc:spChg chg="add mod">
          <ac:chgData name="akshita munpelli" userId="a15adb4603c047ca" providerId="LiveId" clId="{64100EF1-F8F1-4C57-B535-51BB5ED9A719}" dt="2026-07-17T17:40:09.890" v="781" actId="255"/>
          <ac:spMkLst>
            <pc:docMk/>
            <pc:sldMk cId="2077731690" sldId="268"/>
            <ac:spMk id="9" creationId="{419279E4-DB03-17CB-0484-BE38C0C78671}"/>
          </ac:spMkLst>
        </pc:spChg>
        <pc:picChg chg="add mod">
          <ac:chgData name="akshita munpelli" userId="a15adb4603c047ca" providerId="LiveId" clId="{64100EF1-F8F1-4C57-B535-51BB5ED9A719}" dt="2026-07-17T17:38:16.201" v="708" actId="14100"/>
          <ac:picMkLst>
            <pc:docMk/>
            <pc:sldMk cId="2077731690" sldId="268"/>
            <ac:picMk id="5" creationId="{7277C411-8BA2-DC83-928C-DE3C016E4E76}"/>
          </ac:picMkLst>
        </pc:picChg>
        <pc:picChg chg="add mod">
          <ac:chgData name="akshita munpelli" userId="a15adb4603c047ca" providerId="LiveId" clId="{64100EF1-F8F1-4C57-B535-51BB5ED9A719}" dt="2026-07-17T17:38:29.334" v="712" actId="14100"/>
          <ac:picMkLst>
            <pc:docMk/>
            <pc:sldMk cId="2077731690" sldId="268"/>
            <ac:picMk id="7" creationId="{9F6F7451-5840-9673-0215-62DC2C63ADB0}"/>
          </ac:picMkLst>
        </pc:picChg>
      </pc:sldChg>
      <pc:sldChg chg="addSp delSp modSp new mod">
        <pc:chgData name="akshita munpelli" userId="a15adb4603c047ca" providerId="LiveId" clId="{64100EF1-F8F1-4C57-B535-51BB5ED9A719}" dt="2026-07-26T07:28:53.981" v="1503" actId="255"/>
        <pc:sldMkLst>
          <pc:docMk/>
          <pc:sldMk cId="2165093639" sldId="269"/>
        </pc:sldMkLst>
        <pc:spChg chg="mod">
          <ac:chgData name="akshita munpelli" userId="a15adb4603c047ca" providerId="LiveId" clId="{64100EF1-F8F1-4C57-B535-51BB5ED9A719}" dt="2026-07-18T10:43:56.885" v="787" actId="14100"/>
          <ac:spMkLst>
            <pc:docMk/>
            <pc:sldMk cId="2165093639" sldId="269"/>
            <ac:spMk id="2" creationId="{CB6E3DE8-A6D6-4166-E5B6-9701D280FA02}"/>
          </ac:spMkLst>
        </pc:spChg>
        <pc:spChg chg="add mod">
          <ac:chgData name="akshita munpelli" userId="a15adb4603c047ca" providerId="LiveId" clId="{64100EF1-F8F1-4C57-B535-51BB5ED9A719}" dt="2026-07-18T14:43:37.532" v="937" actId="122"/>
          <ac:spMkLst>
            <pc:docMk/>
            <pc:sldMk cId="2165093639" sldId="269"/>
            <ac:spMk id="3" creationId="{8538BC71-3C77-93B6-1812-515924B27997}"/>
          </ac:spMkLst>
        </pc:spChg>
        <pc:spChg chg="add mod">
          <ac:chgData name="akshita munpelli" userId="a15adb4603c047ca" providerId="LiveId" clId="{64100EF1-F8F1-4C57-B535-51BB5ED9A719}" dt="2026-07-26T07:28:53.981" v="1503" actId="255"/>
          <ac:spMkLst>
            <pc:docMk/>
            <pc:sldMk cId="2165093639" sldId="269"/>
            <ac:spMk id="4" creationId="{7CC4DD81-057F-88F3-0325-D44C22C979B2}"/>
          </ac:spMkLst>
        </pc:spChg>
        <pc:spChg chg="add mod">
          <ac:chgData name="akshita munpelli" userId="a15adb4603c047ca" providerId="LiveId" clId="{64100EF1-F8F1-4C57-B535-51BB5ED9A719}" dt="2026-07-18T15:27:09.695" v="1297" actId="12"/>
          <ac:spMkLst>
            <pc:docMk/>
            <pc:sldMk cId="2165093639" sldId="269"/>
            <ac:spMk id="8" creationId="{66B9CC5A-3C10-9FDC-5EAB-53EF149BD221}"/>
          </ac:spMkLst>
        </pc:spChg>
        <pc:picChg chg="add mod">
          <ac:chgData name="akshita munpelli" userId="a15adb4603c047ca" providerId="LiveId" clId="{64100EF1-F8F1-4C57-B535-51BB5ED9A719}" dt="2026-07-18T10:44:54.825" v="796" actId="14100"/>
          <ac:picMkLst>
            <pc:docMk/>
            <pc:sldMk cId="2165093639" sldId="269"/>
            <ac:picMk id="6" creationId="{755E9E1C-E72D-F7BC-6A9F-24C298A5B875}"/>
          </ac:picMkLst>
        </pc:picChg>
        <pc:picChg chg="add mod">
          <ac:chgData name="akshita munpelli" userId="a15adb4603c047ca" providerId="LiveId" clId="{64100EF1-F8F1-4C57-B535-51BB5ED9A719}" dt="2026-07-18T15:26:25.425" v="1285" actId="14100"/>
          <ac:picMkLst>
            <pc:docMk/>
            <pc:sldMk cId="2165093639" sldId="269"/>
            <ac:picMk id="7" creationId="{5B60B17F-A353-2D14-29A7-987D108AB4F8}"/>
          </ac:picMkLst>
        </pc:picChg>
        <pc:picChg chg="add mod">
          <ac:chgData name="akshita munpelli" userId="a15adb4603c047ca" providerId="LiveId" clId="{64100EF1-F8F1-4C57-B535-51BB5ED9A719}" dt="2026-07-18T15:29:44.782" v="1330" actId="14100"/>
          <ac:picMkLst>
            <pc:docMk/>
            <pc:sldMk cId="2165093639" sldId="269"/>
            <ac:picMk id="10" creationId="{DCD9DB9C-E65A-2B45-B024-080F85690E10}"/>
          </ac:picMkLst>
        </pc:picChg>
      </pc:sldChg>
      <pc:sldChg chg="addSp modSp add mod">
        <pc:chgData name="akshita munpelli" userId="a15adb4603c047ca" providerId="LiveId" clId="{64100EF1-F8F1-4C57-B535-51BB5ED9A719}" dt="2026-07-26T07:28:13.557" v="1487" actId="20577"/>
        <pc:sldMkLst>
          <pc:docMk/>
          <pc:sldMk cId="4238826330" sldId="270"/>
        </pc:sldMkLst>
        <pc:spChg chg="add mod">
          <ac:chgData name="akshita munpelli" userId="a15adb4603c047ca" providerId="LiveId" clId="{64100EF1-F8F1-4C57-B535-51BB5ED9A719}" dt="2026-07-18T15:17:04.554" v="1186" actId="20577"/>
          <ac:spMkLst>
            <pc:docMk/>
            <pc:sldMk cId="4238826330" sldId="270"/>
            <ac:spMk id="3" creationId="{94A13897-6318-077E-6043-7F87DB58FB04}"/>
          </ac:spMkLst>
        </pc:spChg>
        <pc:spChg chg="add mod">
          <ac:chgData name="akshita munpelli" userId="a15adb4603c047ca" providerId="LiveId" clId="{64100EF1-F8F1-4C57-B535-51BB5ED9A719}" dt="2026-07-26T07:28:13.557" v="1487" actId="20577"/>
          <ac:spMkLst>
            <pc:docMk/>
            <pc:sldMk cId="4238826330" sldId="270"/>
            <ac:spMk id="7" creationId="{280CE290-8FF1-8092-4627-E35D630995DE}"/>
          </ac:spMkLst>
        </pc:spChg>
        <pc:spChg chg="add mod">
          <ac:chgData name="akshita munpelli" userId="a15adb4603c047ca" providerId="LiveId" clId="{64100EF1-F8F1-4C57-B535-51BB5ED9A719}" dt="2026-07-18T15:24:19.863" v="1255" actId="12"/>
          <ac:spMkLst>
            <pc:docMk/>
            <pc:sldMk cId="4238826330" sldId="270"/>
            <ac:spMk id="10" creationId="{EB7BD57B-738B-63A9-C887-F8A5B72E636D}"/>
          </ac:spMkLst>
        </pc:spChg>
        <pc:picChg chg="add mod">
          <ac:chgData name="akshita munpelli" userId="a15adb4603c047ca" providerId="LiveId" clId="{64100EF1-F8F1-4C57-B535-51BB5ED9A719}" dt="2026-07-18T15:22:08.725" v="1246" actId="14100"/>
          <ac:picMkLst>
            <pc:docMk/>
            <pc:sldMk cId="4238826330" sldId="270"/>
            <ac:picMk id="5" creationId="{8629D83F-C47C-C79E-4630-67AA58BC8098}"/>
          </ac:picMkLst>
        </pc:picChg>
        <pc:picChg chg="mod">
          <ac:chgData name="akshita munpelli" userId="a15adb4603c047ca" providerId="LiveId" clId="{64100EF1-F8F1-4C57-B535-51BB5ED9A719}" dt="2026-07-18T15:26:02.489" v="1282" actId="1076"/>
          <ac:picMkLst>
            <pc:docMk/>
            <pc:sldMk cId="4238826330" sldId="270"/>
            <ac:picMk id="6" creationId="{AAD613E3-ADDF-302F-2734-CC688E4AAD88}"/>
          </ac:picMkLst>
        </pc:picChg>
        <pc:picChg chg="add mod">
          <ac:chgData name="akshita munpelli" userId="a15adb4603c047ca" providerId="LiveId" clId="{64100EF1-F8F1-4C57-B535-51BB5ED9A719}" dt="2026-07-18T15:25:55.318" v="1281" actId="14100"/>
          <ac:picMkLst>
            <pc:docMk/>
            <pc:sldMk cId="4238826330" sldId="270"/>
            <ac:picMk id="9" creationId="{F02A5D5C-FD8A-ED30-2AA5-2D20241C9E8B}"/>
          </ac:picMkLst>
        </pc:picChg>
      </pc:sldChg>
      <pc:sldChg chg="addSp delSp modSp add mod">
        <pc:chgData name="akshita munpelli" userId="a15adb4603c047ca" providerId="LiveId" clId="{64100EF1-F8F1-4C57-B535-51BB5ED9A719}" dt="2026-07-30T13:29:22.373" v="2285" actId="114"/>
        <pc:sldMkLst>
          <pc:docMk/>
          <pc:sldMk cId="4215669829" sldId="271"/>
        </pc:sldMkLst>
        <pc:spChg chg="add mod">
          <ac:chgData name="akshita munpelli" userId="a15adb4603c047ca" providerId="LiveId" clId="{64100EF1-F8F1-4C57-B535-51BB5ED9A719}" dt="2026-07-18T15:17:13.452" v="1195" actId="20577"/>
          <ac:spMkLst>
            <pc:docMk/>
            <pc:sldMk cId="4215669829" sldId="271"/>
            <ac:spMk id="3" creationId="{ACB73CA5-74DB-D8BA-5AE6-6B38398DB8C5}"/>
          </ac:spMkLst>
        </pc:spChg>
        <pc:spChg chg="add mod">
          <ac:chgData name="akshita munpelli" userId="a15adb4603c047ca" providerId="LiveId" clId="{64100EF1-F8F1-4C57-B535-51BB5ED9A719}" dt="2026-07-30T13:15:45.087" v="2201" actId="255"/>
          <ac:spMkLst>
            <pc:docMk/>
            <pc:sldMk cId="4215669829" sldId="271"/>
            <ac:spMk id="4" creationId="{1E970F73-F798-588D-2FCA-E73123C94323}"/>
          </ac:spMkLst>
        </pc:spChg>
        <pc:spChg chg="add mod">
          <ac:chgData name="akshita munpelli" userId="a15adb4603c047ca" providerId="LiveId" clId="{64100EF1-F8F1-4C57-B535-51BB5ED9A719}" dt="2026-07-30T13:29:22.373" v="2285" actId="114"/>
          <ac:spMkLst>
            <pc:docMk/>
            <pc:sldMk cId="4215669829" sldId="271"/>
            <ac:spMk id="8" creationId="{803C89B7-DB83-2FFF-4CEA-A9C6BFDD535C}"/>
          </ac:spMkLst>
        </pc:spChg>
        <pc:picChg chg="add mod">
          <ac:chgData name="akshita munpelli" userId="a15adb4603c047ca" providerId="LiveId" clId="{64100EF1-F8F1-4C57-B535-51BB5ED9A719}" dt="2026-07-30T13:11:36.177" v="2173" actId="14100"/>
          <ac:picMkLst>
            <pc:docMk/>
            <pc:sldMk cId="4215669829" sldId="271"/>
            <ac:picMk id="9" creationId="{A5A7A4FB-1427-4A5D-588A-B98CF5C7EC0C}"/>
          </ac:picMkLst>
        </pc:picChg>
        <pc:picChg chg="add mod">
          <ac:chgData name="akshita munpelli" userId="a15adb4603c047ca" providerId="LiveId" clId="{64100EF1-F8F1-4C57-B535-51BB5ED9A719}" dt="2026-07-30T13:13:04.571" v="2179" actId="14100"/>
          <ac:picMkLst>
            <pc:docMk/>
            <pc:sldMk cId="4215669829" sldId="271"/>
            <ac:picMk id="12" creationId="{AEE988B5-A62B-79CB-EFA0-2442740177D2}"/>
          </ac:picMkLst>
        </pc:picChg>
      </pc:sldChg>
      <pc:sldChg chg="addSp delSp modSp add mod">
        <pc:chgData name="akshita munpelli" userId="a15adb4603c047ca" providerId="LiveId" clId="{64100EF1-F8F1-4C57-B535-51BB5ED9A719}" dt="2026-07-30T13:29:32.102" v="2286" actId="114"/>
        <pc:sldMkLst>
          <pc:docMk/>
          <pc:sldMk cId="3117745539" sldId="272"/>
        </pc:sldMkLst>
        <pc:spChg chg="add mod">
          <ac:chgData name="akshita munpelli" userId="a15adb4603c047ca" providerId="LiveId" clId="{64100EF1-F8F1-4C57-B535-51BB5ED9A719}" dt="2026-07-18T14:55:43.912" v="1064" actId="255"/>
          <ac:spMkLst>
            <pc:docMk/>
            <pc:sldMk cId="3117745539" sldId="272"/>
            <ac:spMk id="3" creationId="{9CEB87CD-17F3-F339-D3D7-7C2BD5B17D61}"/>
          </ac:spMkLst>
        </pc:spChg>
        <pc:spChg chg="add mod">
          <ac:chgData name="akshita munpelli" userId="a15adb4603c047ca" providerId="LiveId" clId="{64100EF1-F8F1-4C57-B535-51BB5ED9A719}" dt="2026-07-30T13:28:22.009" v="2275" actId="20577"/>
          <ac:spMkLst>
            <pc:docMk/>
            <pc:sldMk cId="3117745539" sldId="272"/>
            <ac:spMk id="4" creationId="{366560B4-3E75-53D8-7799-225659834717}"/>
          </ac:spMkLst>
        </pc:spChg>
        <pc:spChg chg="add mod">
          <ac:chgData name="akshita munpelli" userId="a15adb4603c047ca" providerId="LiveId" clId="{64100EF1-F8F1-4C57-B535-51BB5ED9A719}" dt="2026-07-30T13:29:32.102" v="2286" actId="114"/>
          <ac:spMkLst>
            <pc:docMk/>
            <pc:sldMk cId="3117745539" sldId="272"/>
            <ac:spMk id="8" creationId="{D658E339-2DF9-FA80-5FFF-B988F8B41831}"/>
          </ac:spMkLst>
        </pc:spChg>
        <pc:picChg chg="mod">
          <ac:chgData name="akshita munpelli" userId="a15adb4603c047ca" providerId="LiveId" clId="{64100EF1-F8F1-4C57-B535-51BB5ED9A719}" dt="2026-07-18T15:31:58.117" v="1336" actId="1076"/>
          <ac:picMkLst>
            <pc:docMk/>
            <pc:sldMk cId="3117745539" sldId="272"/>
            <ac:picMk id="6" creationId="{17F2610D-E811-3A27-7A99-FBECC361BFA2}"/>
          </ac:picMkLst>
        </pc:picChg>
        <pc:picChg chg="add mod">
          <ac:chgData name="akshita munpelli" userId="a15adb4603c047ca" providerId="LiveId" clId="{64100EF1-F8F1-4C57-B535-51BB5ED9A719}" dt="2026-07-30T13:24:32.888" v="2216" actId="14100"/>
          <ac:picMkLst>
            <pc:docMk/>
            <pc:sldMk cId="3117745539" sldId="272"/>
            <ac:picMk id="9" creationId="{DB0D0B1E-D476-4FE1-4ABA-ACAE610DBB96}"/>
          </ac:picMkLst>
        </pc:picChg>
        <pc:picChg chg="add mod">
          <ac:chgData name="akshita munpelli" userId="a15adb4603c047ca" providerId="LiveId" clId="{64100EF1-F8F1-4C57-B535-51BB5ED9A719}" dt="2026-07-30T13:24:12.147" v="2213" actId="14100"/>
          <ac:picMkLst>
            <pc:docMk/>
            <pc:sldMk cId="3117745539" sldId="272"/>
            <ac:picMk id="12" creationId="{E05C4A1E-D9EF-CB5E-955B-BA0BE0EBFC11}"/>
          </ac:picMkLst>
        </pc:picChg>
      </pc:sldChg>
      <pc:sldChg chg="addSp delSp modSp add mod">
        <pc:chgData name="akshita munpelli" userId="a15adb4603c047ca" providerId="LiveId" clId="{64100EF1-F8F1-4C57-B535-51BB5ED9A719}" dt="2026-07-26T07:29:39.100" v="1506" actId="255"/>
        <pc:sldMkLst>
          <pc:docMk/>
          <pc:sldMk cId="1947446371" sldId="273"/>
        </pc:sldMkLst>
        <pc:spChg chg="add mod">
          <ac:chgData name="akshita munpelli" userId="a15adb4603c047ca" providerId="LiveId" clId="{64100EF1-F8F1-4C57-B535-51BB5ED9A719}" dt="2026-07-18T14:58:27.653" v="1100" actId="255"/>
          <ac:spMkLst>
            <pc:docMk/>
            <pc:sldMk cId="1947446371" sldId="273"/>
            <ac:spMk id="3" creationId="{98DC465A-E84D-9CA3-EC92-69718934DCAF}"/>
          </ac:spMkLst>
        </pc:spChg>
        <pc:spChg chg="add mod">
          <ac:chgData name="akshita munpelli" userId="a15adb4603c047ca" providerId="LiveId" clId="{64100EF1-F8F1-4C57-B535-51BB5ED9A719}" dt="2026-07-26T07:29:39.100" v="1506" actId="255"/>
          <ac:spMkLst>
            <pc:docMk/>
            <pc:sldMk cId="1947446371" sldId="273"/>
            <ac:spMk id="4" creationId="{50CEDDC6-0164-7FB5-4715-C25C5F915CF8}"/>
          </ac:spMkLst>
        </pc:spChg>
        <pc:spChg chg="add mod">
          <ac:chgData name="akshita munpelli" userId="a15adb4603c047ca" providerId="LiveId" clId="{64100EF1-F8F1-4C57-B535-51BB5ED9A719}" dt="2026-07-18T15:07:51.635" v="1138" actId="12"/>
          <ac:spMkLst>
            <pc:docMk/>
            <pc:sldMk cId="1947446371" sldId="273"/>
            <ac:spMk id="11" creationId="{3E0A0923-7030-9C90-E747-F420D9A762E8}"/>
          </ac:spMkLst>
        </pc:spChg>
        <pc:picChg chg="add mod">
          <ac:chgData name="akshita munpelli" userId="a15adb4603c047ca" providerId="LiveId" clId="{64100EF1-F8F1-4C57-B535-51BB5ED9A719}" dt="2026-07-18T15:02:07.093" v="1119" actId="14100"/>
          <ac:picMkLst>
            <pc:docMk/>
            <pc:sldMk cId="1947446371" sldId="273"/>
            <ac:picMk id="7" creationId="{238CCA14-DE2D-2537-32EE-FB75780F62D9}"/>
          </ac:picMkLst>
        </pc:picChg>
        <pc:picChg chg="add mod">
          <ac:chgData name="akshita munpelli" userId="a15adb4603c047ca" providerId="LiveId" clId="{64100EF1-F8F1-4C57-B535-51BB5ED9A719}" dt="2026-07-18T15:07:42.177" v="1137" actId="14100"/>
          <ac:picMkLst>
            <pc:docMk/>
            <pc:sldMk cId="1947446371" sldId="273"/>
            <ac:picMk id="9" creationId="{96C53869-F675-446B-F215-C275696720C6}"/>
          </ac:picMkLst>
        </pc:picChg>
      </pc:sldChg>
      <pc:sldChg chg="addSp delSp modSp new mod">
        <pc:chgData name="akshita munpelli" userId="a15adb4603c047ca" providerId="LiveId" clId="{64100EF1-F8F1-4C57-B535-51BB5ED9A719}" dt="2026-07-18T14:43:17.647" v="929" actId="20577"/>
        <pc:sldMkLst>
          <pc:docMk/>
          <pc:sldMk cId="4215124741" sldId="274"/>
        </pc:sldMkLst>
        <pc:spChg chg="mod">
          <ac:chgData name="akshita munpelli" userId="a15adb4603c047ca" providerId="LiveId" clId="{64100EF1-F8F1-4C57-B535-51BB5ED9A719}" dt="2026-07-18T14:41:33.802" v="883" actId="14100"/>
          <ac:spMkLst>
            <pc:docMk/>
            <pc:sldMk cId="4215124741" sldId="274"/>
            <ac:spMk id="2" creationId="{3E317A87-7C78-C52A-6621-14005DFD0E0D}"/>
          </ac:spMkLst>
        </pc:spChg>
        <pc:spChg chg="add mod">
          <ac:chgData name="akshita munpelli" userId="a15adb4603c047ca" providerId="LiveId" clId="{64100EF1-F8F1-4C57-B535-51BB5ED9A719}" dt="2026-07-18T14:43:17.647" v="929" actId="20577"/>
          <ac:spMkLst>
            <pc:docMk/>
            <pc:sldMk cId="4215124741" sldId="274"/>
            <ac:spMk id="10" creationId="{A2566E51-CB85-9A11-A631-88BB32195A1E}"/>
          </ac:spMkLst>
        </pc:spChg>
        <pc:picChg chg="add mod">
          <ac:chgData name="akshita munpelli" userId="a15adb4603c047ca" providerId="LiveId" clId="{64100EF1-F8F1-4C57-B535-51BB5ED9A719}" dt="2026-07-18T14:41:58.521" v="888" actId="14100"/>
          <ac:picMkLst>
            <pc:docMk/>
            <pc:sldMk cId="4215124741" sldId="274"/>
            <ac:picMk id="9" creationId="{813E142C-B43D-80F5-4E3F-4F9AAFAF5CCD}"/>
          </ac:picMkLst>
        </pc:picChg>
      </pc:sldChg>
      <pc:sldChg chg="addSp delSp modSp add mod ord">
        <pc:chgData name="akshita munpelli" userId="a15adb4603c047ca" providerId="LiveId" clId="{64100EF1-F8F1-4C57-B535-51BB5ED9A719}" dt="2026-07-25T07:55:54.173" v="1391" actId="14100"/>
        <pc:sldMkLst>
          <pc:docMk/>
          <pc:sldMk cId="302565364" sldId="276"/>
        </pc:sldMkLst>
        <pc:spChg chg="add mod">
          <ac:chgData name="akshita munpelli" userId="a15adb4603c047ca" providerId="LiveId" clId="{64100EF1-F8F1-4C57-B535-51BB5ED9A719}" dt="2026-07-25T07:55:54.173" v="1391" actId="14100"/>
          <ac:spMkLst>
            <pc:docMk/>
            <pc:sldMk cId="302565364" sldId="276"/>
            <ac:spMk id="4" creationId="{CA150233-B534-3446-CA51-BCA312432FDC}"/>
          </ac:spMkLst>
        </pc:spChg>
      </pc:sldChg>
      <pc:sldChg chg="addSp modSp add mod">
        <pc:chgData name="akshita munpelli" userId="a15adb4603c047ca" providerId="LiveId" clId="{64100EF1-F8F1-4C57-B535-51BB5ED9A719}" dt="2026-07-26T07:30:13.839" v="1520" actId="20577"/>
        <pc:sldMkLst>
          <pc:docMk/>
          <pc:sldMk cId="1681719653" sldId="277"/>
        </pc:sldMkLst>
        <pc:spChg chg="add mod">
          <ac:chgData name="akshita munpelli" userId="a15adb4603c047ca" providerId="LiveId" clId="{64100EF1-F8F1-4C57-B535-51BB5ED9A719}" dt="2026-07-26T07:23:36.830" v="1417" actId="255"/>
          <ac:spMkLst>
            <pc:docMk/>
            <pc:sldMk cId="1681719653" sldId="277"/>
            <ac:spMk id="7" creationId="{94BBAD02-C658-1D32-BBD2-E9A0FFA1C44C}"/>
          </ac:spMkLst>
        </pc:spChg>
        <pc:spChg chg="add mod">
          <ac:chgData name="akshita munpelli" userId="a15adb4603c047ca" providerId="LiveId" clId="{64100EF1-F8F1-4C57-B535-51BB5ED9A719}" dt="2026-07-26T07:30:13.839" v="1520" actId="20577"/>
          <ac:spMkLst>
            <pc:docMk/>
            <pc:sldMk cId="1681719653" sldId="277"/>
            <ac:spMk id="8" creationId="{83F10E9B-4440-9B5C-94D1-882BBE16C5B8}"/>
          </ac:spMkLst>
        </pc:spChg>
        <pc:picChg chg="add mod">
          <ac:chgData name="akshita munpelli" userId="a15adb4603c047ca" providerId="LiveId" clId="{64100EF1-F8F1-4C57-B535-51BB5ED9A719}" dt="2026-07-26T07:23:48.853" v="1418" actId="14100"/>
          <ac:picMkLst>
            <pc:docMk/>
            <pc:sldMk cId="1681719653" sldId="277"/>
            <ac:picMk id="4" creationId="{6BBEBB56-1329-F95F-2D8E-3AC043B95E1B}"/>
          </ac:picMkLst>
        </pc:picChg>
        <pc:picChg chg="add mod">
          <ac:chgData name="akshita munpelli" userId="a15adb4603c047ca" providerId="LiveId" clId="{64100EF1-F8F1-4C57-B535-51BB5ED9A719}" dt="2026-07-26T07:23:52.402" v="1419" actId="1076"/>
          <ac:picMkLst>
            <pc:docMk/>
            <pc:sldMk cId="1681719653" sldId="277"/>
            <ac:picMk id="6" creationId="{89139688-187E-5A77-4BAA-159250255CF9}"/>
          </ac:picMkLst>
        </pc:picChg>
      </pc:sldChg>
      <pc:sldChg chg="addSp delSp modSp add mod">
        <pc:chgData name="akshita munpelli" userId="a15adb4603c047ca" providerId="LiveId" clId="{64100EF1-F8F1-4C57-B535-51BB5ED9A719}" dt="2026-07-30T13:40:19.099" v="2416" actId="1076"/>
        <pc:sldMkLst>
          <pc:docMk/>
          <pc:sldMk cId="2229429143" sldId="278"/>
        </pc:sldMkLst>
        <pc:spChg chg="add mod">
          <ac:chgData name="akshita munpelli" userId="a15adb4603c047ca" providerId="LiveId" clId="{64100EF1-F8F1-4C57-B535-51BB5ED9A719}" dt="2026-07-30T13:40:09.616" v="2415" actId="20577"/>
          <ac:spMkLst>
            <pc:docMk/>
            <pc:sldMk cId="2229429143" sldId="278"/>
            <ac:spMk id="7" creationId="{9CCE8FC1-0684-6357-6F8C-AAA7374321CE}"/>
          </ac:spMkLst>
        </pc:spChg>
        <pc:spChg chg="add mod">
          <ac:chgData name="akshita munpelli" userId="a15adb4603c047ca" providerId="LiveId" clId="{64100EF1-F8F1-4C57-B535-51BB5ED9A719}" dt="2026-07-30T13:40:19.099" v="2416" actId="1076"/>
          <ac:spMkLst>
            <pc:docMk/>
            <pc:sldMk cId="2229429143" sldId="278"/>
            <ac:spMk id="8" creationId="{BA524EF1-DC81-6B90-E741-CA1650022505}"/>
          </ac:spMkLst>
        </pc:spChg>
        <pc:picChg chg="add mod">
          <ac:chgData name="akshita munpelli" userId="a15adb4603c047ca" providerId="LiveId" clId="{64100EF1-F8F1-4C57-B535-51BB5ED9A719}" dt="2026-07-30T13:39:38.528" v="2317" actId="14100"/>
          <ac:picMkLst>
            <pc:docMk/>
            <pc:sldMk cId="2229429143" sldId="278"/>
            <ac:picMk id="5" creationId="{DC9D0D59-952E-7C15-4B7E-4D1F4F9C79DF}"/>
          </ac:picMkLst>
        </pc:picChg>
        <pc:picChg chg="add mod">
          <ac:chgData name="akshita munpelli" userId="a15adb4603c047ca" providerId="LiveId" clId="{64100EF1-F8F1-4C57-B535-51BB5ED9A719}" dt="2026-07-30T13:39:16.351" v="2312" actId="14100"/>
          <ac:picMkLst>
            <pc:docMk/>
            <pc:sldMk cId="2229429143" sldId="278"/>
            <ac:picMk id="11" creationId="{7B4FB978-0F5E-21AC-40CC-BFB704C50908}"/>
          </ac:picMkLst>
        </pc:picChg>
      </pc:sldChg>
      <pc:sldChg chg="addSp delSp modSp add mod">
        <pc:chgData name="akshita munpelli" userId="a15adb4603c047ca" providerId="LiveId" clId="{64100EF1-F8F1-4C57-B535-51BB5ED9A719}" dt="2026-07-26T07:45:32.751" v="1652" actId="20577"/>
        <pc:sldMkLst>
          <pc:docMk/>
          <pc:sldMk cId="2582019509" sldId="279"/>
        </pc:sldMkLst>
        <pc:spChg chg="add mod">
          <ac:chgData name="akshita munpelli" userId="a15adb4603c047ca" providerId="LiveId" clId="{64100EF1-F8F1-4C57-B535-51BB5ED9A719}" dt="2026-07-26T07:43:58.773" v="1619" actId="12"/>
          <ac:spMkLst>
            <pc:docMk/>
            <pc:sldMk cId="2582019509" sldId="279"/>
            <ac:spMk id="10" creationId="{8AB6D53F-802C-4D63-F86B-97FB8EE6393E}"/>
          </ac:spMkLst>
        </pc:spChg>
        <pc:spChg chg="add mod">
          <ac:chgData name="akshita munpelli" userId="a15adb4603c047ca" providerId="LiveId" clId="{64100EF1-F8F1-4C57-B535-51BB5ED9A719}" dt="2026-07-26T07:45:32.751" v="1652" actId="20577"/>
          <ac:spMkLst>
            <pc:docMk/>
            <pc:sldMk cId="2582019509" sldId="279"/>
            <ac:spMk id="11" creationId="{E195B7FB-DE26-F4FC-813F-646CA0807F6A}"/>
          </ac:spMkLst>
        </pc:spChg>
        <pc:picChg chg="add mod">
          <ac:chgData name="akshita munpelli" userId="a15adb4603c047ca" providerId="LiveId" clId="{64100EF1-F8F1-4C57-B535-51BB5ED9A719}" dt="2026-07-26T07:44:07.944" v="1620" actId="1076"/>
          <ac:picMkLst>
            <pc:docMk/>
            <pc:sldMk cId="2582019509" sldId="279"/>
            <ac:picMk id="6" creationId="{413539D3-974F-F4EA-87E4-43A7BCDAC164}"/>
          </ac:picMkLst>
        </pc:picChg>
        <pc:picChg chg="add mod">
          <ac:chgData name="akshita munpelli" userId="a15adb4603c047ca" providerId="LiveId" clId="{64100EF1-F8F1-4C57-B535-51BB5ED9A719}" dt="2026-07-26T07:44:12.727" v="1621" actId="1076"/>
          <ac:picMkLst>
            <pc:docMk/>
            <pc:sldMk cId="2582019509" sldId="279"/>
            <ac:picMk id="8" creationId="{BD6A17FF-D229-D7CE-9520-9A0BEE5D0BCB}"/>
          </ac:picMkLst>
        </pc:picChg>
      </pc:sldChg>
      <pc:sldChg chg="addSp modSp add mod">
        <pc:chgData name="akshita munpelli" userId="a15adb4603c047ca" providerId="LiveId" clId="{64100EF1-F8F1-4C57-B535-51BB5ED9A719}" dt="2026-07-26T07:52:01.288" v="1714" actId="12"/>
        <pc:sldMkLst>
          <pc:docMk/>
          <pc:sldMk cId="4201288669" sldId="280"/>
        </pc:sldMkLst>
        <pc:spChg chg="add mod">
          <ac:chgData name="akshita munpelli" userId="a15adb4603c047ca" providerId="LiveId" clId="{64100EF1-F8F1-4C57-B535-51BB5ED9A719}" dt="2026-07-26T07:51:20.851" v="1708" actId="1076"/>
          <ac:spMkLst>
            <pc:docMk/>
            <pc:sldMk cId="4201288669" sldId="280"/>
            <ac:spMk id="7" creationId="{76352720-20FF-EA61-3AB3-A09C89CACFAE}"/>
          </ac:spMkLst>
        </pc:spChg>
        <pc:spChg chg="add mod">
          <ac:chgData name="akshita munpelli" userId="a15adb4603c047ca" providerId="LiveId" clId="{64100EF1-F8F1-4C57-B535-51BB5ED9A719}" dt="2026-07-26T07:52:01.288" v="1714" actId="12"/>
          <ac:spMkLst>
            <pc:docMk/>
            <pc:sldMk cId="4201288669" sldId="280"/>
            <ac:spMk id="8" creationId="{C21B77A6-2E5E-378B-5A7E-9A50C93A85D0}"/>
          </ac:spMkLst>
        </pc:spChg>
        <pc:picChg chg="add mod">
          <ac:chgData name="akshita munpelli" userId="a15adb4603c047ca" providerId="LiveId" clId="{64100EF1-F8F1-4C57-B535-51BB5ED9A719}" dt="2026-07-26T07:48:33" v="1666" actId="1038"/>
          <ac:picMkLst>
            <pc:docMk/>
            <pc:sldMk cId="4201288669" sldId="280"/>
            <ac:picMk id="4" creationId="{615826D4-F7ED-E441-EE79-EF69F781D6E9}"/>
          </ac:picMkLst>
        </pc:picChg>
        <pc:picChg chg="add mod">
          <ac:chgData name="akshita munpelli" userId="a15adb4603c047ca" providerId="LiveId" clId="{64100EF1-F8F1-4C57-B535-51BB5ED9A719}" dt="2026-07-26T07:49:40.949" v="1677" actId="14100"/>
          <ac:picMkLst>
            <pc:docMk/>
            <pc:sldMk cId="4201288669" sldId="280"/>
            <ac:picMk id="6" creationId="{8129B820-2207-5761-6CEB-0E739319FBEF}"/>
          </ac:picMkLst>
        </pc:picChg>
      </pc:sldChg>
      <pc:sldChg chg="addSp modSp add mod">
        <pc:chgData name="akshita munpelli" userId="a15adb4603c047ca" providerId="LiveId" clId="{64100EF1-F8F1-4C57-B535-51BB5ED9A719}" dt="2026-07-26T07:57:27.624" v="1778" actId="12"/>
        <pc:sldMkLst>
          <pc:docMk/>
          <pc:sldMk cId="3124222906" sldId="281"/>
        </pc:sldMkLst>
        <pc:spChg chg="add mod">
          <ac:chgData name="akshita munpelli" userId="a15adb4603c047ca" providerId="LiveId" clId="{64100EF1-F8F1-4C57-B535-51BB5ED9A719}" dt="2026-07-26T07:56:28.689" v="1772" actId="313"/>
          <ac:spMkLst>
            <pc:docMk/>
            <pc:sldMk cId="3124222906" sldId="281"/>
            <ac:spMk id="7" creationId="{E6543610-9E43-FC3A-6846-BD049C8991C4}"/>
          </ac:spMkLst>
        </pc:spChg>
        <pc:spChg chg="add mod">
          <ac:chgData name="akshita munpelli" userId="a15adb4603c047ca" providerId="LiveId" clId="{64100EF1-F8F1-4C57-B535-51BB5ED9A719}" dt="2026-07-26T07:57:27.624" v="1778" actId="12"/>
          <ac:spMkLst>
            <pc:docMk/>
            <pc:sldMk cId="3124222906" sldId="281"/>
            <ac:spMk id="8" creationId="{DB39150E-3092-91E7-1B71-4DAE2DD927F1}"/>
          </ac:spMkLst>
        </pc:spChg>
        <pc:picChg chg="add mod">
          <ac:chgData name="akshita munpelli" userId="a15adb4603c047ca" providerId="LiveId" clId="{64100EF1-F8F1-4C57-B535-51BB5ED9A719}" dt="2026-07-26T07:53:46.664" v="1718" actId="14100"/>
          <ac:picMkLst>
            <pc:docMk/>
            <pc:sldMk cId="3124222906" sldId="281"/>
            <ac:picMk id="4" creationId="{8B617147-F0C6-B68D-52D1-D7412A5A5C23}"/>
          </ac:picMkLst>
        </pc:picChg>
        <pc:picChg chg="add mod">
          <ac:chgData name="akshita munpelli" userId="a15adb4603c047ca" providerId="LiveId" clId="{64100EF1-F8F1-4C57-B535-51BB5ED9A719}" dt="2026-07-26T07:54:43.331" v="1725" actId="14100"/>
          <ac:picMkLst>
            <pc:docMk/>
            <pc:sldMk cId="3124222906" sldId="281"/>
            <ac:picMk id="6" creationId="{7C5BC3F9-E81B-6CC6-B7D9-A2103AF9272E}"/>
          </ac:picMkLst>
        </pc:picChg>
      </pc:sldChg>
      <pc:sldChg chg="addSp modSp add mod">
        <pc:chgData name="akshita munpelli" userId="a15adb4603c047ca" providerId="LiveId" clId="{64100EF1-F8F1-4C57-B535-51BB5ED9A719}" dt="2026-07-26T07:59:38.214" v="1832" actId="255"/>
        <pc:sldMkLst>
          <pc:docMk/>
          <pc:sldMk cId="2754069224" sldId="282"/>
        </pc:sldMkLst>
        <pc:spChg chg="add mod">
          <ac:chgData name="akshita munpelli" userId="a15adb4603c047ca" providerId="LiveId" clId="{64100EF1-F8F1-4C57-B535-51BB5ED9A719}" dt="2026-07-26T07:58:45.303" v="1812" actId="20577"/>
          <ac:spMkLst>
            <pc:docMk/>
            <pc:sldMk cId="2754069224" sldId="282"/>
            <ac:spMk id="3" creationId="{FB1E9F6D-5AF7-D2B1-E65B-859897CAAFDE}"/>
          </ac:spMkLst>
        </pc:spChg>
        <pc:spChg chg="add mod">
          <ac:chgData name="akshita munpelli" userId="a15adb4603c047ca" providerId="LiveId" clId="{64100EF1-F8F1-4C57-B535-51BB5ED9A719}" dt="2026-07-26T07:59:38.214" v="1832" actId="255"/>
          <ac:spMkLst>
            <pc:docMk/>
            <pc:sldMk cId="2754069224" sldId="282"/>
            <ac:spMk id="4" creationId="{08CC3950-BEFC-672B-F8EC-655A3DDC5D40}"/>
          </ac:spMkLst>
        </pc:spChg>
      </pc:sldChg>
      <pc:sldChg chg="addSp modSp add mod">
        <pc:chgData name="akshita munpelli" userId="a15adb4603c047ca" providerId="LiveId" clId="{64100EF1-F8F1-4C57-B535-51BB5ED9A719}" dt="2026-07-26T08:19:24.569" v="1943" actId="115"/>
        <pc:sldMkLst>
          <pc:docMk/>
          <pc:sldMk cId="3115122227" sldId="283"/>
        </pc:sldMkLst>
        <pc:spChg chg="add mod">
          <ac:chgData name="akshita munpelli" userId="a15adb4603c047ca" providerId="LiveId" clId="{64100EF1-F8F1-4C57-B535-51BB5ED9A719}" dt="2026-07-26T08:16:22.893" v="1889" actId="114"/>
          <ac:spMkLst>
            <pc:docMk/>
            <pc:sldMk cId="3115122227" sldId="283"/>
            <ac:spMk id="7" creationId="{643D71A6-DD0E-A5F2-F7FB-01F75F4D68A7}"/>
          </ac:spMkLst>
        </pc:spChg>
        <pc:spChg chg="add mod">
          <ac:chgData name="akshita munpelli" userId="a15adb4603c047ca" providerId="LiveId" clId="{64100EF1-F8F1-4C57-B535-51BB5ED9A719}" dt="2026-07-26T08:19:24.569" v="1943" actId="115"/>
          <ac:spMkLst>
            <pc:docMk/>
            <pc:sldMk cId="3115122227" sldId="283"/>
            <ac:spMk id="8" creationId="{F74B404F-E1DB-85BB-43A3-7D51B9C04298}"/>
          </ac:spMkLst>
        </pc:spChg>
        <pc:picChg chg="add mod">
          <ac:chgData name="akshita munpelli" userId="a15adb4603c047ca" providerId="LiveId" clId="{64100EF1-F8F1-4C57-B535-51BB5ED9A719}" dt="2026-07-26T08:13:49.315" v="1841" actId="14100"/>
          <ac:picMkLst>
            <pc:docMk/>
            <pc:sldMk cId="3115122227" sldId="283"/>
            <ac:picMk id="4" creationId="{DE65F800-FD20-0C2E-F154-1185EA4B9F36}"/>
          </ac:picMkLst>
        </pc:picChg>
        <pc:picChg chg="add mod">
          <ac:chgData name="akshita munpelli" userId="a15adb4603c047ca" providerId="LiveId" clId="{64100EF1-F8F1-4C57-B535-51BB5ED9A719}" dt="2026-07-26T08:17:17.342" v="1899" actId="1036"/>
          <ac:picMkLst>
            <pc:docMk/>
            <pc:sldMk cId="3115122227" sldId="283"/>
            <ac:picMk id="6" creationId="{4579EC65-7DC4-E1D8-6B79-208CF9E3DCFE}"/>
          </ac:picMkLst>
        </pc:picChg>
      </pc:sldChg>
      <pc:sldChg chg="addSp modSp add mod">
        <pc:chgData name="akshita munpelli" userId="a15adb4603c047ca" providerId="LiveId" clId="{64100EF1-F8F1-4C57-B535-51BB5ED9A719}" dt="2026-08-04T06:51:30.692" v="2425" actId="20577"/>
        <pc:sldMkLst>
          <pc:docMk/>
          <pc:sldMk cId="587714247" sldId="284"/>
        </pc:sldMkLst>
        <pc:spChg chg="add mod">
          <ac:chgData name="akshita munpelli" userId="a15adb4603c047ca" providerId="LiveId" clId="{64100EF1-F8F1-4C57-B535-51BB5ED9A719}" dt="2026-07-26T08:32:27.810" v="2030" actId="1076"/>
          <ac:spMkLst>
            <pc:docMk/>
            <pc:sldMk cId="587714247" sldId="284"/>
            <ac:spMk id="7" creationId="{33522D6E-58B6-0028-1B6D-4C825C5F3FA0}"/>
          </ac:spMkLst>
        </pc:spChg>
        <pc:spChg chg="add mod">
          <ac:chgData name="akshita munpelli" userId="a15adb4603c047ca" providerId="LiveId" clId="{64100EF1-F8F1-4C57-B535-51BB5ED9A719}" dt="2026-08-04T06:51:30.692" v="2425" actId="20577"/>
          <ac:spMkLst>
            <pc:docMk/>
            <pc:sldMk cId="587714247" sldId="284"/>
            <ac:spMk id="8" creationId="{C2E464A6-8854-3AEB-F93F-C6154DA8FF99}"/>
          </ac:spMkLst>
        </pc:spChg>
        <pc:picChg chg="add mod">
          <ac:chgData name="akshita munpelli" userId="a15adb4603c047ca" providerId="LiveId" clId="{64100EF1-F8F1-4C57-B535-51BB5ED9A719}" dt="2026-07-26T08:29:26.459" v="1956" actId="14100"/>
          <ac:picMkLst>
            <pc:docMk/>
            <pc:sldMk cId="587714247" sldId="284"/>
            <ac:picMk id="4" creationId="{7106F694-ED06-AC2E-030A-2436320EA735}"/>
          </ac:picMkLst>
        </pc:picChg>
        <pc:picChg chg="add mod">
          <ac:chgData name="akshita munpelli" userId="a15adb4603c047ca" providerId="LiveId" clId="{64100EF1-F8F1-4C57-B535-51BB5ED9A719}" dt="2026-07-26T08:29:35.666" v="1959" actId="14100"/>
          <ac:picMkLst>
            <pc:docMk/>
            <pc:sldMk cId="587714247" sldId="284"/>
            <ac:picMk id="6" creationId="{84B7B561-55C5-A633-B7F4-F7F6E7E23280}"/>
          </ac:picMkLst>
        </pc:picChg>
        <pc:picChg chg="mod">
          <ac:chgData name="akshita munpelli" userId="a15adb4603c047ca" providerId="LiveId" clId="{64100EF1-F8F1-4C57-B535-51BB5ED9A719}" dt="2026-07-26T08:32:21.456" v="2029" actId="1076"/>
          <ac:picMkLst>
            <pc:docMk/>
            <pc:sldMk cId="587714247" sldId="284"/>
            <ac:picMk id="9" creationId="{014BE325-00D0-5F9C-CAF7-70FFC0BFC91E}"/>
          </ac:picMkLst>
        </pc:picChg>
      </pc:sldChg>
      <pc:sldChg chg="addSp modSp add mod">
        <pc:chgData name="akshita munpelli" userId="a15adb4603c047ca" providerId="LiveId" clId="{64100EF1-F8F1-4C57-B535-51BB5ED9A719}" dt="2026-08-04T06:51:18.634" v="2424" actId="115"/>
        <pc:sldMkLst>
          <pc:docMk/>
          <pc:sldMk cId="1648314926" sldId="285"/>
        </pc:sldMkLst>
        <pc:spChg chg="add mod">
          <ac:chgData name="akshita munpelli" userId="a15adb4603c047ca" providerId="LiveId" clId="{64100EF1-F8F1-4C57-B535-51BB5ED9A719}" dt="2026-07-26T08:40:43.456" v="2144" actId="114"/>
          <ac:spMkLst>
            <pc:docMk/>
            <pc:sldMk cId="1648314926" sldId="285"/>
            <ac:spMk id="7" creationId="{6C99174F-0D0D-6521-4BBD-A87FA746FC2D}"/>
          </ac:spMkLst>
        </pc:spChg>
        <pc:spChg chg="add mod">
          <ac:chgData name="akshita munpelli" userId="a15adb4603c047ca" providerId="LiveId" clId="{64100EF1-F8F1-4C57-B535-51BB5ED9A719}" dt="2026-08-04T06:51:18.634" v="2424" actId="115"/>
          <ac:spMkLst>
            <pc:docMk/>
            <pc:sldMk cId="1648314926" sldId="285"/>
            <ac:spMk id="8" creationId="{6E9EE134-5B8B-2164-7429-A6A58BC1A71A}"/>
          </ac:spMkLst>
        </pc:spChg>
        <pc:picChg chg="add mod">
          <ac:chgData name="akshita munpelli" userId="a15adb4603c047ca" providerId="LiveId" clId="{64100EF1-F8F1-4C57-B535-51BB5ED9A719}" dt="2026-07-26T08:38:15.981" v="2066" actId="14100"/>
          <ac:picMkLst>
            <pc:docMk/>
            <pc:sldMk cId="1648314926" sldId="285"/>
            <ac:picMk id="4" creationId="{1CD508C1-9DE7-2446-437C-19B93BC960F6}"/>
          </ac:picMkLst>
        </pc:picChg>
        <pc:picChg chg="add mod">
          <ac:chgData name="akshita munpelli" userId="a15adb4603c047ca" providerId="LiveId" clId="{64100EF1-F8F1-4C57-B535-51BB5ED9A719}" dt="2026-07-26T08:38:24.296" v="2075" actId="1037"/>
          <ac:picMkLst>
            <pc:docMk/>
            <pc:sldMk cId="1648314926" sldId="285"/>
            <ac:picMk id="6" creationId="{88A21DE6-2B07-90EF-A4FC-5FFFB54EF44B}"/>
          </ac:picMkLst>
        </pc:picChg>
      </pc:sldChg>
      <pc:sldChg chg="addSp modSp add mod">
        <pc:chgData name="akshita munpelli" userId="a15adb4603c047ca" providerId="LiveId" clId="{64100EF1-F8F1-4C57-B535-51BB5ED9A719}" dt="2026-07-26T07:58:30.178" v="1810" actId="255"/>
        <pc:sldMkLst>
          <pc:docMk/>
          <pc:sldMk cId="1423171948" sldId="286"/>
        </pc:sldMkLst>
        <pc:spChg chg="add mod">
          <ac:chgData name="akshita munpelli" userId="a15adb4603c047ca" providerId="LiveId" clId="{64100EF1-F8F1-4C57-B535-51BB5ED9A719}" dt="2026-07-26T07:58:30.178" v="1810" actId="255"/>
          <ac:spMkLst>
            <pc:docMk/>
            <pc:sldMk cId="1423171948" sldId="286"/>
            <ac:spMk id="3" creationId="{244B8C29-94FB-F94E-7FD7-12CF3F98ACE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6224D-09AA-02FD-4F0B-75978DCC05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A8C75C-9872-AED8-D4E9-9079CBA7CA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71F5D-E778-0AA2-48FF-5970C5B86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E6B7-71ED-45A9-A122-7D567A4BD62D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0E42F-74B2-7AD6-FD72-4F1D9A992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ADDFA-1D0E-8CE6-C0CD-663502F3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00C5-5E85-4B30-9275-BD5B1D3C3C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680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F1AF7-FC9A-653F-C9E2-7239E2D90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F7A57-47BF-91F5-053B-F9F1EAC05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01C3A-FB76-C957-3D5F-1D13CA2F3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E6B7-71ED-45A9-A122-7D567A4BD62D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8768F-CC98-DDE3-42BB-944C72642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3DDDB-1152-DDF3-F356-CB985B0CA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00C5-5E85-4B30-9275-BD5B1D3C3C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552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1675E-D240-7EA7-7563-E2D7AD2E2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55BB6-A77C-07B5-12CE-9FEB1A271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72A82-BCDC-DBC9-957C-3BB6196DB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E6B7-71ED-45A9-A122-7D567A4BD62D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ED4AE-9E5D-505D-7C2F-747DCE50E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0146F-33FB-6E40-CBAD-F1BCC0AF9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00C5-5E85-4B30-9275-BD5B1D3C3C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629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A7BB1-50A9-E5BE-0D18-7576C47E4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76018-43E4-BD5B-4536-7EE39D8B7B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2D2AF0-33FE-0742-6DB4-73F55E7C14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2013FB-F965-EB1C-E16E-0E201A83D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E6B7-71ED-45A9-A122-7D567A4BD62D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103245-0121-E829-9652-AA028ECE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C6F0C-2CD6-400D-F255-5B4FFE2CC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00C5-5E85-4B30-9275-BD5B1D3C3C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893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03843-ECB7-E77C-9788-3D8777934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C214B-58DA-13B2-CEFD-A2E147B5C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FF0B4B-1767-B5DB-E239-8D16E5821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E7B1DE-43CD-8280-DBA6-DE8F81A29A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95AAAF-C4F3-B337-F477-A9B17B281D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CF1BDD-B836-6A9E-C040-D1104F811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E6B7-71ED-45A9-A122-7D567A4BD62D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926D91-E4A3-481C-8B12-4A9F3359C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39E7E9-54B2-D4FF-AC76-63070FB5F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00C5-5E85-4B30-9275-BD5B1D3C3C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077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E5845-DFA0-BDE0-3FDC-290B28E90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B2D03-46E1-0EBF-1E70-3923EAFF2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E6B7-71ED-45A9-A122-7D567A4BD62D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243F9A-5FBA-5965-175B-16D1357FD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0ECBE4-40BB-2A23-252C-D50D0CE80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00C5-5E85-4B30-9275-BD5B1D3C3C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5445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701A02-600B-FF17-8AD1-CE39F5421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E6B7-71ED-45A9-A122-7D567A4BD62D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339398-F3C8-AAC3-D942-E57340256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3B34C-BE43-95C1-DCE6-EF32D3E0E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00C5-5E85-4B30-9275-BD5B1D3C3C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113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74724-E5C8-DD1E-9368-F21F69591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CBAC5-46F1-2699-A054-A13352885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D99018-4D07-4313-EBD5-27DAA4064C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3D309-B632-1988-4525-7895E236E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E6B7-71ED-45A9-A122-7D567A4BD62D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C880BB-EDEA-B097-FE64-9CCCE2130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8A1DC-C22F-A00A-CA67-403F9D002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00C5-5E85-4B30-9275-BD5B1D3C3C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276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91A74-F6CA-E257-345A-22139F2F3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212F47-72B7-CF88-42D1-780E6C036A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CE60B4-5A14-8CDC-FA1D-4AE97953E2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EB162-5036-C4CB-1C38-3D1A5F820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E6B7-71ED-45A9-A122-7D567A4BD62D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7124D2-CAAB-29FE-7F13-46D0C7209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6EE1B-E0AB-5140-BAD6-C658C45CD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00C5-5E85-4B30-9275-BD5B1D3C3C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707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BA23B-2EB8-E018-16A4-362233C3F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422AE-5459-ED7B-AF3C-34BFA3A2EB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E81D9-8AF8-C097-3F15-C441EA0BE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E6B7-71ED-45A9-A122-7D567A4BD62D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26A38-5E2D-7F72-F537-8DF6D0EBF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C0E5A-6156-2680-A600-C71E1D78A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00C5-5E85-4B30-9275-BD5B1D3C3C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81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F548FB-B406-26AA-5E56-126217B950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B64A84-6C72-7A49-91EF-411A836A80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8DBDA-7F6E-FC21-C287-50D95AC2F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E6B7-71ED-45A9-A122-7D567A4BD62D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43FDA-B377-B425-25DB-4638C5831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23359-F56B-EB8E-89DF-BF18AAFD3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00C5-5E85-4B30-9275-BD5B1D3C3C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813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4C91AA-C47A-8991-7B19-857EF4972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BDE34-FCE0-B8A3-8B8A-64E596097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9B7BF-793C-C1EC-B2EC-B5159E0A0A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AE6B7-71ED-45A9-A122-7D567A4BD62D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B5EAF-8373-DBC7-E5A3-3312EA29A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32743-85A9-34D7-A395-94E9FE0F4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A00C5-5E85-4B30-9275-BD5B1D3C3C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522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60207-D7C9-065C-020E-D1C315785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1D9C26-727F-45A4-6346-AA4C1651F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823" y="0"/>
            <a:ext cx="12228721" cy="6857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6116FE-395A-CBC3-7684-5B490B85C4BA}"/>
              </a:ext>
            </a:extLst>
          </p:cNvPr>
          <p:cNvSpPr txBox="1"/>
          <p:nvPr/>
        </p:nvSpPr>
        <p:spPr>
          <a:xfrm>
            <a:off x="462116" y="511277"/>
            <a:ext cx="464082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i="1" u="sng" dirty="0">
                <a:solidFill>
                  <a:schemeClr val="bg1"/>
                </a:solidFill>
              </a:rPr>
              <a:t>Online Learning</a:t>
            </a:r>
            <a:br>
              <a:rPr lang="en-IN" sz="4800" b="1" i="1" u="sng" dirty="0">
                <a:solidFill>
                  <a:schemeClr val="bg1"/>
                </a:solidFill>
              </a:rPr>
            </a:br>
            <a:r>
              <a:rPr lang="en-IN" sz="4800" b="1" i="1" u="sng" dirty="0">
                <a:solidFill>
                  <a:schemeClr val="bg1"/>
                </a:solidFill>
              </a:rPr>
              <a:t>Platform Analytics </a:t>
            </a:r>
            <a:br>
              <a:rPr lang="en-IN" sz="4800" b="1" i="1" u="sng" dirty="0">
                <a:solidFill>
                  <a:schemeClr val="bg1"/>
                </a:solidFill>
              </a:rPr>
            </a:br>
            <a:r>
              <a:rPr lang="en-IN" sz="4800" b="1" i="1" u="sng" dirty="0">
                <a:solidFill>
                  <a:schemeClr val="bg1"/>
                </a:solidFill>
              </a:rPr>
              <a:t>using SQL</a:t>
            </a:r>
          </a:p>
        </p:txBody>
      </p:sp>
    </p:spTree>
    <p:extLst>
      <p:ext uri="{BB962C8B-B14F-4D97-AF65-F5344CB8AC3E}">
        <p14:creationId xmlns:p14="http://schemas.microsoft.com/office/powerpoint/2010/main" val="2018945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84EE0-58CD-3FE2-7FDA-125EF745F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4B611F-0AD6-E94C-B16A-A4EBF4F6E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5773E3B-60C3-10F2-F48F-B47D016B8CA7}"/>
              </a:ext>
            </a:extLst>
          </p:cNvPr>
          <p:cNvSpPr txBox="1"/>
          <p:nvPr/>
        </p:nvSpPr>
        <p:spPr>
          <a:xfrm>
            <a:off x="1" y="294968"/>
            <a:ext cx="452284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i="1" u="sng" dirty="0">
                <a:solidFill>
                  <a:schemeClr val="bg1"/>
                </a:solidFill>
              </a:rPr>
              <a:t>Abstract</a:t>
            </a:r>
            <a:br>
              <a:rPr lang="en-IN" sz="2800" b="1" i="1" dirty="0">
                <a:solidFill>
                  <a:schemeClr val="bg1"/>
                </a:solidFill>
              </a:rPr>
            </a:br>
            <a:endParaRPr lang="en-IN" sz="2800" b="1" i="1" dirty="0">
              <a:solidFill>
                <a:schemeClr val="bg1"/>
              </a:solidFill>
            </a:endParaRPr>
          </a:p>
          <a:p>
            <a:r>
              <a:rPr lang="en-IN" b="1" i="1" dirty="0">
                <a:solidFill>
                  <a:schemeClr val="bg1"/>
                </a:solidFill>
              </a:rPr>
              <a:t>Online Learning Platform Analytics using SQL is a database project that manages and </a:t>
            </a:r>
            <a:r>
              <a:rPr lang="en-IN" b="1" i="1" dirty="0" err="1">
                <a:solidFill>
                  <a:schemeClr val="bg1"/>
                </a:solidFill>
              </a:rPr>
              <a:t>analyzes</a:t>
            </a:r>
            <a:r>
              <a:rPr lang="en-IN" b="1" i="1" dirty="0">
                <a:solidFill>
                  <a:schemeClr val="bg1"/>
                </a:solidFill>
              </a:rPr>
              <a:t> data related to students, instructors, courses, </a:t>
            </a:r>
            <a:r>
              <a:rPr lang="en-IN" b="1" i="1" dirty="0" err="1">
                <a:solidFill>
                  <a:schemeClr val="bg1"/>
                </a:solidFill>
              </a:rPr>
              <a:t>enrollments</a:t>
            </a:r>
            <a:r>
              <a:rPr lang="en-IN" b="1" i="1" dirty="0">
                <a:solidFill>
                  <a:schemeClr val="bg1"/>
                </a:solidFill>
              </a:rPr>
              <a:t>, and payments. The project uses a relational database with primary and foreign key relationships to ensure data accuracy and consistency.</a:t>
            </a:r>
          </a:p>
          <a:p>
            <a:br>
              <a:rPr lang="en-IN" b="1" i="1" dirty="0">
                <a:solidFill>
                  <a:schemeClr val="bg1"/>
                </a:solidFill>
              </a:rPr>
            </a:br>
            <a:r>
              <a:rPr lang="en-IN" b="1" i="1" dirty="0">
                <a:solidFill>
                  <a:schemeClr val="bg1"/>
                </a:solidFill>
              </a:rPr>
              <a:t>SQL queries are used to perform data retrieval, joins, filtering, aggregation, and reporting to generate meaningful business insights. </a:t>
            </a:r>
          </a:p>
          <a:p>
            <a:endParaRPr lang="en-IN" b="1" i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05CFEF9-474F-F337-A33D-A630F520E3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2840" y="0"/>
            <a:ext cx="7669160" cy="676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328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83490-FF78-E882-C56F-E5A816BAB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9EDB46-E2D0-C9E7-8F82-5EE8B1B1D4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6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8E4C96-FA08-A50A-65F3-805C2391C17E}"/>
              </a:ext>
            </a:extLst>
          </p:cNvPr>
          <p:cNvSpPr txBox="1"/>
          <p:nvPr/>
        </p:nvSpPr>
        <p:spPr>
          <a:xfrm>
            <a:off x="88490" y="235974"/>
            <a:ext cx="119461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i="1" dirty="0">
                <a:solidFill>
                  <a:schemeClr val="bg1"/>
                </a:solidFill>
              </a:rPr>
              <a:t>ER-DIAGRAM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89C322-D248-C1D8-7AE3-56DE306BD2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2387"/>
            <a:ext cx="12192000" cy="582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695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F3D71-0BB5-20C5-A61E-186472C43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A0A80-1060-F024-C0F7-331869D54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E2C300-F9AD-5F69-0414-96381CC7C7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6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D59932-458E-9EB0-CD9A-87A2EEE5F775}"/>
              </a:ext>
            </a:extLst>
          </p:cNvPr>
          <p:cNvSpPr txBox="1"/>
          <p:nvPr/>
        </p:nvSpPr>
        <p:spPr>
          <a:xfrm>
            <a:off x="157316" y="176981"/>
            <a:ext cx="114349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i="1" dirty="0">
                <a:solidFill>
                  <a:schemeClr val="bg1"/>
                </a:solidFill>
              </a:rPr>
              <a:t>STRUCTURE OF TABLE </a:t>
            </a:r>
          </a:p>
          <a:p>
            <a:pPr algn="ctr"/>
            <a:r>
              <a:rPr lang="en-IN" sz="3200" b="1" i="1" u="sng" dirty="0">
                <a:solidFill>
                  <a:schemeClr val="bg1"/>
                </a:solidFill>
              </a:rPr>
              <a:t>STUDENT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5A28BF-7DF3-0FD3-220D-3DFE8313B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9" y="1254198"/>
            <a:ext cx="6264143" cy="36226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2C79E5-7339-D175-E0B0-1397403974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67158"/>
            <a:ext cx="6282812" cy="10772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831DBE-C018-25F3-BCAB-23576559FC85}"/>
              </a:ext>
            </a:extLst>
          </p:cNvPr>
          <p:cNvSpPr txBox="1"/>
          <p:nvPr/>
        </p:nvSpPr>
        <p:spPr>
          <a:xfrm>
            <a:off x="6410632" y="1327355"/>
            <a:ext cx="557489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STUDENT TABLE </a:t>
            </a:r>
            <a:br>
              <a:rPr lang="en-IN" b="1" dirty="0">
                <a:solidFill>
                  <a:schemeClr val="bg1"/>
                </a:solidFill>
              </a:rPr>
            </a:br>
            <a:br>
              <a:rPr lang="en-IN" b="1" dirty="0">
                <a:solidFill>
                  <a:schemeClr val="bg1"/>
                </a:solidFill>
              </a:rPr>
            </a:br>
            <a:r>
              <a:rPr lang="en-IN" b="1" dirty="0">
                <a:solidFill>
                  <a:schemeClr val="bg1"/>
                </a:solidFill>
              </a:rPr>
              <a:t>The Students table stores the personal and registration details of learners enrolled on the online learning platform. </a:t>
            </a:r>
            <a:br>
              <a:rPr lang="en-IN" b="1" dirty="0">
                <a:solidFill>
                  <a:schemeClr val="bg1"/>
                </a:solidFill>
              </a:rPr>
            </a:br>
            <a:br>
              <a:rPr lang="en-IN" b="1" dirty="0">
                <a:solidFill>
                  <a:schemeClr val="bg1"/>
                </a:solidFill>
              </a:rPr>
            </a:br>
            <a:r>
              <a:rPr lang="en-IN" b="1" dirty="0">
                <a:solidFill>
                  <a:schemeClr val="bg1"/>
                </a:solidFill>
              </a:rPr>
              <a:t>Each student is assigned a unique </a:t>
            </a:r>
            <a:r>
              <a:rPr lang="en-IN" b="1" dirty="0" err="1">
                <a:solidFill>
                  <a:schemeClr val="bg1"/>
                </a:solidFill>
              </a:rPr>
              <a:t>Student_ID</a:t>
            </a:r>
            <a:r>
              <a:rPr lang="en-IN" b="1" dirty="0">
                <a:solidFill>
                  <a:schemeClr val="bg1"/>
                </a:solidFill>
              </a:rPr>
              <a:t>, which serves as the primary key to uniquely identify every record. </a:t>
            </a:r>
            <a:br>
              <a:rPr lang="en-IN" b="1" dirty="0">
                <a:solidFill>
                  <a:schemeClr val="bg1"/>
                </a:solidFill>
              </a:rPr>
            </a:br>
            <a:br>
              <a:rPr lang="en-IN" b="1" dirty="0">
                <a:solidFill>
                  <a:schemeClr val="bg1"/>
                </a:solidFill>
              </a:rPr>
            </a:br>
            <a:br>
              <a:rPr lang="en-IN" b="1" dirty="0">
                <a:solidFill>
                  <a:schemeClr val="bg1"/>
                </a:solidFill>
              </a:rPr>
            </a:br>
            <a:r>
              <a:rPr lang="en-IN" sz="2000" b="1" u="sng" dirty="0">
                <a:solidFill>
                  <a:schemeClr val="bg1"/>
                </a:solidFill>
              </a:rPr>
              <a:t>Syntax : DESC Student;</a:t>
            </a:r>
            <a:endParaRPr lang="en-IN" b="1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2282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CA6C4-DB82-D655-75F9-2BB62163E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C600F-9477-D837-5FF8-4ACF04212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18B30E-A4E7-FDAF-2BBF-2AC0B71254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6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C4F220-FBAE-B132-4C32-81959CA75169}"/>
              </a:ext>
            </a:extLst>
          </p:cNvPr>
          <p:cNvSpPr txBox="1"/>
          <p:nvPr/>
        </p:nvSpPr>
        <p:spPr>
          <a:xfrm>
            <a:off x="245806" y="245806"/>
            <a:ext cx="113660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i="1" u="sng" dirty="0">
                <a:solidFill>
                  <a:schemeClr val="bg1"/>
                </a:solidFill>
              </a:rPr>
              <a:t>ENROLLMENT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5C04C2-6BE4-DEB3-1404-11F03C551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4066"/>
            <a:ext cx="7659329" cy="40503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8A37CD-E307-3344-3D12-2722928BFC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5068217"/>
            <a:ext cx="7659329" cy="101272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F3B3F6C-8598-6DBE-1214-0953AC5A312D}"/>
              </a:ext>
            </a:extLst>
          </p:cNvPr>
          <p:cNvSpPr txBox="1"/>
          <p:nvPr/>
        </p:nvSpPr>
        <p:spPr>
          <a:xfrm>
            <a:off x="7846142" y="934066"/>
            <a:ext cx="4119716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ENROLLMENT TABLE</a:t>
            </a:r>
            <a:br>
              <a:rPr lang="en-IN" sz="2000" b="1" dirty="0">
                <a:solidFill>
                  <a:schemeClr val="bg1"/>
                </a:solidFill>
              </a:rPr>
            </a:br>
            <a:br>
              <a:rPr lang="en-IN" sz="2000" b="1" dirty="0">
                <a:solidFill>
                  <a:schemeClr val="bg1"/>
                </a:solidFill>
              </a:rPr>
            </a:br>
            <a:r>
              <a:rPr lang="en-IN" b="1" dirty="0">
                <a:solidFill>
                  <a:schemeClr val="bg1"/>
                </a:solidFill>
              </a:rPr>
              <a:t>The </a:t>
            </a:r>
            <a:r>
              <a:rPr lang="en-IN" b="1" dirty="0" err="1">
                <a:solidFill>
                  <a:schemeClr val="bg1"/>
                </a:solidFill>
              </a:rPr>
              <a:t>Enrollments</a:t>
            </a:r>
            <a:r>
              <a:rPr lang="en-IN" b="1" dirty="0">
                <a:solidFill>
                  <a:schemeClr val="bg1"/>
                </a:solidFill>
              </a:rPr>
              <a:t> table records the courses that students have enrolled in on the online learning platform. </a:t>
            </a:r>
            <a:br>
              <a:rPr lang="en-IN" b="1" dirty="0">
                <a:solidFill>
                  <a:schemeClr val="bg1"/>
                </a:solidFill>
              </a:rPr>
            </a:br>
            <a:br>
              <a:rPr lang="en-IN" b="1" dirty="0">
                <a:solidFill>
                  <a:schemeClr val="bg1"/>
                </a:solidFill>
              </a:rPr>
            </a:br>
            <a:r>
              <a:rPr lang="en-IN" b="1" dirty="0">
                <a:solidFill>
                  <a:schemeClr val="bg1"/>
                </a:solidFill>
              </a:rPr>
              <a:t>Record student </a:t>
            </a:r>
            <a:r>
              <a:rPr lang="en-IN" b="1" dirty="0" err="1">
                <a:solidFill>
                  <a:schemeClr val="bg1"/>
                </a:solidFill>
              </a:rPr>
              <a:t>enrollments</a:t>
            </a:r>
            <a:r>
              <a:rPr lang="en-IN" b="1" dirty="0">
                <a:solidFill>
                  <a:schemeClr val="bg1"/>
                </a:solidFill>
              </a:rPr>
              <a:t> in courses.</a:t>
            </a:r>
            <a:br>
              <a:rPr lang="en-IN" b="1" dirty="0">
                <a:solidFill>
                  <a:schemeClr val="bg1"/>
                </a:solidFill>
              </a:rPr>
            </a:br>
            <a:r>
              <a:rPr lang="en-IN" b="1" dirty="0">
                <a:solidFill>
                  <a:schemeClr val="bg1"/>
                </a:solidFill>
              </a:rPr>
              <a:t>Track learning progress and completion status.</a:t>
            </a:r>
            <a:br>
              <a:rPr lang="en-IN" b="1" dirty="0">
                <a:solidFill>
                  <a:schemeClr val="bg1"/>
                </a:solidFill>
              </a:rPr>
            </a:br>
            <a:r>
              <a:rPr lang="en-IN" b="1" dirty="0">
                <a:solidFill>
                  <a:schemeClr val="bg1"/>
                </a:solidFill>
              </a:rPr>
              <a:t>Connect students with their selected courses.</a:t>
            </a:r>
            <a:br>
              <a:rPr lang="en-IN" b="1" dirty="0">
                <a:solidFill>
                  <a:schemeClr val="bg1"/>
                </a:solidFill>
              </a:rPr>
            </a:br>
            <a:br>
              <a:rPr lang="en-IN" sz="2000" b="1" dirty="0">
                <a:solidFill>
                  <a:schemeClr val="bg1"/>
                </a:solidFill>
              </a:rPr>
            </a:br>
            <a:r>
              <a:rPr lang="en-IN" sz="2000" b="1" u="sng" dirty="0">
                <a:solidFill>
                  <a:schemeClr val="bg1"/>
                </a:solidFill>
              </a:rPr>
              <a:t>Syntax : DESC </a:t>
            </a:r>
            <a:r>
              <a:rPr lang="en-IN" sz="2000" b="1" u="sng" dirty="0" err="1">
                <a:solidFill>
                  <a:schemeClr val="bg1"/>
                </a:solidFill>
              </a:rPr>
              <a:t>Enrollment</a:t>
            </a:r>
            <a:r>
              <a:rPr lang="en-IN" sz="2000" b="1" u="sng" dirty="0">
                <a:solidFill>
                  <a:schemeClr val="bg1"/>
                </a:solidFill>
              </a:rPr>
              <a:t> ;</a:t>
            </a:r>
          </a:p>
        </p:txBody>
      </p:sp>
    </p:spTree>
    <p:extLst>
      <p:ext uri="{BB962C8B-B14F-4D97-AF65-F5344CB8AC3E}">
        <p14:creationId xmlns:p14="http://schemas.microsoft.com/office/powerpoint/2010/main" val="2412429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24B58-0635-59F7-AFF3-D8E4A7F50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39BB9-C5D8-7C14-0101-535711A68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FF2FA1-9C14-F9ED-BBBB-D46EFB86E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6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A7CC1C-9D52-4EEA-64FA-51ED3AA34E3F}"/>
              </a:ext>
            </a:extLst>
          </p:cNvPr>
          <p:cNvSpPr txBox="1"/>
          <p:nvPr/>
        </p:nvSpPr>
        <p:spPr>
          <a:xfrm>
            <a:off x="550606" y="216310"/>
            <a:ext cx="105500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i="1" u="sng" dirty="0">
                <a:solidFill>
                  <a:schemeClr val="bg1"/>
                </a:solidFill>
              </a:rPr>
              <a:t>COURSE</a:t>
            </a:r>
            <a:endParaRPr lang="en-IN" sz="2400" b="1" i="1" u="sng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042E20-DA00-8529-DC6D-6308A4AF1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1084"/>
            <a:ext cx="7659329" cy="37217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0EBC57-6A60-7FFD-9815-73438F7ECB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30994"/>
            <a:ext cx="7659329" cy="9832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730600-E0FE-4873-758E-B3A2FF8BA779}"/>
              </a:ext>
            </a:extLst>
          </p:cNvPr>
          <p:cNvSpPr txBox="1"/>
          <p:nvPr/>
        </p:nvSpPr>
        <p:spPr>
          <a:xfrm>
            <a:off x="7855974" y="801084"/>
            <a:ext cx="4080387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COURSE TABLE</a:t>
            </a:r>
            <a:br>
              <a:rPr lang="en-IN" b="1" dirty="0">
                <a:solidFill>
                  <a:schemeClr val="bg1"/>
                </a:solidFill>
              </a:rPr>
            </a:br>
            <a:br>
              <a:rPr lang="en-IN" b="1" dirty="0">
                <a:solidFill>
                  <a:schemeClr val="bg1"/>
                </a:solidFill>
              </a:rPr>
            </a:br>
            <a:r>
              <a:rPr lang="en-IN" b="1" dirty="0">
                <a:solidFill>
                  <a:schemeClr val="bg1"/>
                </a:solidFill>
              </a:rPr>
              <a:t>The Courses table stores information about all the courses offered on the online learning platform. Each course is assigned a unique </a:t>
            </a:r>
            <a:r>
              <a:rPr lang="en-IN" b="1" dirty="0" err="1">
                <a:solidFill>
                  <a:schemeClr val="bg1"/>
                </a:solidFill>
              </a:rPr>
              <a:t>Course_ID</a:t>
            </a:r>
            <a:r>
              <a:rPr lang="en-IN" b="1" dirty="0">
                <a:solidFill>
                  <a:schemeClr val="bg1"/>
                </a:solidFill>
              </a:rPr>
              <a:t>, which serves as the primary key.</a:t>
            </a:r>
            <a:br>
              <a:rPr lang="en-IN" b="1" dirty="0">
                <a:solidFill>
                  <a:schemeClr val="bg1"/>
                </a:solidFill>
              </a:rPr>
            </a:br>
            <a:br>
              <a:rPr lang="en-IN" b="1" dirty="0">
                <a:solidFill>
                  <a:schemeClr val="bg1"/>
                </a:solidFill>
              </a:rPr>
            </a:br>
            <a:r>
              <a:rPr lang="en-IN" b="1" dirty="0">
                <a:solidFill>
                  <a:schemeClr val="bg1"/>
                </a:solidFill>
              </a:rPr>
              <a:t>Store details of all available courses.</a:t>
            </a:r>
            <a:br>
              <a:rPr lang="en-IN" b="1" dirty="0">
                <a:solidFill>
                  <a:schemeClr val="bg1"/>
                </a:solidFill>
              </a:rPr>
            </a:br>
            <a:r>
              <a:rPr lang="en-IN" b="1" dirty="0">
                <a:solidFill>
                  <a:schemeClr val="bg1"/>
                </a:solidFill>
              </a:rPr>
              <a:t>Assign instructors to courses.</a:t>
            </a:r>
            <a:br>
              <a:rPr lang="en-IN" b="1" dirty="0">
                <a:solidFill>
                  <a:schemeClr val="bg1"/>
                </a:solidFill>
              </a:rPr>
            </a:br>
            <a:r>
              <a:rPr lang="en-IN" b="1" dirty="0">
                <a:solidFill>
                  <a:schemeClr val="bg1"/>
                </a:solidFill>
              </a:rPr>
              <a:t>Maintain course information for </a:t>
            </a:r>
            <a:r>
              <a:rPr lang="en-IN" b="1" dirty="0" err="1">
                <a:solidFill>
                  <a:schemeClr val="bg1"/>
                </a:solidFill>
              </a:rPr>
              <a:t>enrollments</a:t>
            </a:r>
            <a:r>
              <a:rPr lang="en-IN" b="1" dirty="0">
                <a:solidFill>
                  <a:schemeClr val="bg1"/>
                </a:solidFill>
              </a:rPr>
              <a:t> and analysis.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sz="2000" b="1" u="sng" dirty="0">
                <a:solidFill>
                  <a:schemeClr val="bg1"/>
                </a:solidFill>
              </a:rPr>
              <a:t>Syntax : DESC Course ; </a:t>
            </a:r>
          </a:p>
        </p:txBody>
      </p:sp>
    </p:spTree>
    <p:extLst>
      <p:ext uri="{BB962C8B-B14F-4D97-AF65-F5344CB8AC3E}">
        <p14:creationId xmlns:p14="http://schemas.microsoft.com/office/powerpoint/2010/main" val="205019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25155-3FD3-EECC-942A-BDEAE8316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BC99-D3B2-3BAF-730B-D1B07FC8A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7DCBBC-C200-71B0-E07F-00620ACFBA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6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89F0D2-2440-B3B8-F627-3AD17DF45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0749"/>
            <a:ext cx="7541342" cy="36922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2762FE-843F-5881-FC5E-46446FD5D428}"/>
              </a:ext>
            </a:extLst>
          </p:cNvPr>
          <p:cNvSpPr txBox="1"/>
          <p:nvPr/>
        </p:nvSpPr>
        <p:spPr>
          <a:xfrm>
            <a:off x="245806" y="235974"/>
            <a:ext cx="111202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i="1" u="sng" dirty="0">
                <a:solidFill>
                  <a:schemeClr val="bg1"/>
                </a:solidFill>
              </a:rPr>
              <a:t>INSTRUCTOR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61922E-D19F-0202-1B97-C981A19943B8}"/>
              </a:ext>
            </a:extLst>
          </p:cNvPr>
          <p:cNvSpPr txBox="1"/>
          <p:nvPr/>
        </p:nvSpPr>
        <p:spPr>
          <a:xfrm>
            <a:off x="7767484" y="1189703"/>
            <a:ext cx="404105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INSTRUCTOE TABLE</a:t>
            </a:r>
            <a:br>
              <a:rPr lang="en-IN" b="1" dirty="0">
                <a:solidFill>
                  <a:schemeClr val="bg1"/>
                </a:solidFill>
              </a:rPr>
            </a:br>
            <a:br>
              <a:rPr lang="en-IN" b="1" dirty="0">
                <a:solidFill>
                  <a:schemeClr val="bg1"/>
                </a:solidFill>
              </a:rPr>
            </a:br>
            <a:r>
              <a:rPr lang="en-IN" b="1" dirty="0">
                <a:solidFill>
                  <a:schemeClr val="bg1"/>
                </a:solidFill>
              </a:rPr>
              <a:t>The Instructors table stores information about the instructors who teach courses on the online learning platform. </a:t>
            </a:r>
            <a:br>
              <a:rPr lang="en-IN" b="1" dirty="0">
                <a:solidFill>
                  <a:schemeClr val="bg1"/>
                </a:solidFill>
              </a:rPr>
            </a:br>
            <a:br>
              <a:rPr lang="en-IN" b="1" dirty="0">
                <a:solidFill>
                  <a:schemeClr val="bg1"/>
                </a:solidFill>
              </a:rPr>
            </a:br>
            <a:r>
              <a:rPr lang="en-IN" b="1" dirty="0">
                <a:solidFill>
                  <a:schemeClr val="bg1"/>
                </a:solidFill>
              </a:rPr>
              <a:t>Each instructor is assigned a unique </a:t>
            </a:r>
            <a:r>
              <a:rPr lang="en-IN" b="1" dirty="0" err="1">
                <a:solidFill>
                  <a:schemeClr val="bg1"/>
                </a:solidFill>
              </a:rPr>
              <a:t>Instructor_ID</a:t>
            </a:r>
            <a:r>
              <a:rPr lang="en-IN" b="1" dirty="0">
                <a:solidFill>
                  <a:schemeClr val="bg1"/>
                </a:solidFill>
              </a:rPr>
              <a:t>, which serves as the primary key.</a:t>
            </a:r>
            <a:br>
              <a:rPr lang="en-IN" b="1" dirty="0">
                <a:solidFill>
                  <a:schemeClr val="bg1"/>
                </a:solidFill>
              </a:rPr>
            </a:br>
            <a:br>
              <a:rPr lang="en-IN" b="1" dirty="0">
                <a:solidFill>
                  <a:schemeClr val="bg1"/>
                </a:solidFill>
              </a:rPr>
            </a:br>
            <a:r>
              <a:rPr lang="en-IN" sz="2000" b="1" u="sng" dirty="0">
                <a:solidFill>
                  <a:schemeClr val="bg1"/>
                </a:solidFill>
              </a:rPr>
              <a:t>Syntax : DESC Instructor ;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1576E6-1BD8-17A3-11DF-820450217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27037"/>
            <a:ext cx="7541342" cy="101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085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180BC-567C-B4A5-0B9C-CF8956DD7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16CE4-9785-9B51-8F7B-6F9CAB1DA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A373CE-D9D4-6B7C-5FA2-3735847B78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664"/>
            <a:ext cx="12192000" cy="68586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6FE13F-4017-246E-EF3F-0152D7F0B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1085"/>
            <a:ext cx="7541342" cy="37180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9A3E08-8E77-F2D5-5055-FA71C25732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27062"/>
            <a:ext cx="7541342" cy="9537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06FA31-848E-E9F7-66D9-E8E5373D767B}"/>
              </a:ext>
            </a:extLst>
          </p:cNvPr>
          <p:cNvSpPr txBox="1"/>
          <p:nvPr/>
        </p:nvSpPr>
        <p:spPr>
          <a:xfrm>
            <a:off x="108155" y="216310"/>
            <a:ext cx="11877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i="1" u="sng" dirty="0">
                <a:solidFill>
                  <a:schemeClr val="bg1"/>
                </a:solidFill>
              </a:rPr>
              <a:t>PAYMENT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D2CBA2-7AB6-D405-49F9-93DC2B885094}"/>
              </a:ext>
            </a:extLst>
          </p:cNvPr>
          <p:cNvSpPr txBox="1"/>
          <p:nvPr/>
        </p:nvSpPr>
        <p:spPr>
          <a:xfrm>
            <a:off x="7688826" y="1130710"/>
            <a:ext cx="419837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PAYMENT TABLE </a:t>
            </a:r>
            <a:br>
              <a:rPr lang="en-IN" b="1" dirty="0">
                <a:solidFill>
                  <a:schemeClr val="bg1"/>
                </a:solidFill>
              </a:rPr>
            </a:br>
            <a:br>
              <a:rPr lang="en-IN" b="1" dirty="0">
                <a:solidFill>
                  <a:schemeClr val="bg1"/>
                </a:solidFill>
              </a:rPr>
            </a:br>
            <a:r>
              <a:rPr lang="en-IN" b="1" dirty="0">
                <a:solidFill>
                  <a:schemeClr val="bg1"/>
                </a:solidFill>
              </a:rPr>
              <a:t>The Payments table stores information about the payments made by students for course </a:t>
            </a:r>
            <a:r>
              <a:rPr lang="en-IN" b="1" dirty="0" err="1">
                <a:solidFill>
                  <a:schemeClr val="bg1"/>
                </a:solidFill>
              </a:rPr>
              <a:t>enrollments</a:t>
            </a:r>
            <a:r>
              <a:rPr lang="en-IN" b="1" dirty="0">
                <a:solidFill>
                  <a:schemeClr val="bg1"/>
                </a:solidFill>
              </a:rPr>
              <a:t> on the online learning platform. </a:t>
            </a:r>
            <a:br>
              <a:rPr lang="en-IN" b="1" dirty="0">
                <a:solidFill>
                  <a:schemeClr val="bg1"/>
                </a:solidFill>
              </a:rPr>
            </a:br>
            <a:br>
              <a:rPr lang="en-IN" b="1" dirty="0">
                <a:solidFill>
                  <a:schemeClr val="bg1"/>
                </a:solidFill>
              </a:rPr>
            </a:br>
            <a:r>
              <a:rPr lang="en-IN" b="1" dirty="0">
                <a:solidFill>
                  <a:schemeClr val="bg1"/>
                </a:solidFill>
              </a:rPr>
              <a:t>Each payment is assigned a unique </a:t>
            </a:r>
            <a:r>
              <a:rPr lang="en-IN" b="1" dirty="0" err="1">
                <a:solidFill>
                  <a:schemeClr val="bg1"/>
                </a:solidFill>
              </a:rPr>
              <a:t>Payment_ID</a:t>
            </a:r>
            <a:r>
              <a:rPr lang="en-IN" b="1" dirty="0">
                <a:solidFill>
                  <a:schemeClr val="bg1"/>
                </a:solidFill>
              </a:rPr>
              <a:t>, which serves as the primary key. </a:t>
            </a:r>
            <a:br>
              <a:rPr lang="en-IN" b="1" dirty="0">
                <a:solidFill>
                  <a:schemeClr val="bg1"/>
                </a:solidFill>
              </a:rPr>
            </a:br>
            <a:br>
              <a:rPr lang="en-IN" b="1" dirty="0">
                <a:solidFill>
                  <a:schemeClr val="bg1"/>
                </a:solidFill>
              </a:rPr>
            </a:br>
            <a:r>
              <a:rPr lang="en-IN" sz="2000" b="1" u="sng" dirty="0">
                <a:solidFill>
                  <a:schemeClr val="bg1"/>
                </a:solidFill>
              </a:rPr>
              <a:t>Syntax :  DESC Payment ;</a:t>
            </a:r>
          </a:p>
        </p:txBody>
      </p:sp>
    </p:spTree>
    <p:extLst>
      <p:ext uri="{BB962C8B-B14F-4D97-AF65-F5344CB8AC3E}">
        <p14:creationId xmlns:p14="http://schemas.microsoft.com/office/powerpoint/2010/main" val="1602254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C176C-D115-E578-32B4-3BB5ECA96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CB52F-55BC-C527-2F7E-7C339E22C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F800E9-5C61-85D1-271D-53F0321F1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6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5E6568-BA84-6D53-4308-A08D33DA0F10}"/>
              </a:ext>
            </a:extLst>
          </p:cNvPr>
          <p:cNvSpPr txBox="1"/>
          <p:nvPr/>
        </p:nvSpPr>
        <p:spPr>
          <a:xfrm>
            <a:off x="88490" y="127819"/>
            <a:ext cx="118872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i="1" dirty="0">
                <a:solidFill>
                  <a:schemeClr val="bg1"/>
                </a:solidFill>
              </a:rPr>
              <a:t>CONTENTS OF TABLE </a:t>
            </a:r>
            <a:br>
              <a:rPr lang="en-IN" sz="3200" b="1" i="1" dirty="0">
                <a:solidFill>
                  <a:schemeClr val="bg1"/>
                </a:solidFill>
              </a:rPr>
            </a:br>
            <a:r>
              <a:rPr lang="en-IN" sz="2000" b="1" i="1" u="sng" dirty="0">
                <a:solidFill>
                  <a:schemeClr val="bg1"/>
                </a:solidFill>
              </a:rPr>
              <a:t>STUDENT TABLE</a:t>
            </a:r>
            <a:endParaRPr lang="en-IN" sz="3200" b="1" i="1" u="sng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4A5797-D876-FD47-36D5-218B6CFD9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90" y="1020371"/>
            <a:ext cx="6567949" cy="57098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3F1158-071B-9A3D-2CA0-EF2853B712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176" y="1020371"/>
            <a:ext cx="5410334" cy="11820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256EEF4-4EA4-07DA-4166-9AF7632071AA}"/>
              </a:ext>
            </a:extLst>
          </p:cNvPr>
          <p:cNvSpPr txBox="1"/>
          <p:nvPr/>
        </p:nvSpPr>
        <p:spPr>
          <a:xfrm>
            <a:off x="6744929" y="2694039"/>
            <a:ext cx="53585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solidFill>
                  <a:schemeClr val="bg1"/>
                </a:solidFill>
              </a:rPr>
              <a:t>Syntax : </a:t>
            </a:r>
            <a:br>
              <a:rPr lang="en-IN" sz="2000" b="1" u="sng" dirty="0">
                <a:solidFill>
                  <a:schemeClr val="bg1"/>
                </a:solidFill>
              </a:rPr>
            </a:br>
            <a:br>
              <a:rPr lang="en-IN" sz="2000" b="1" u="sng" dirty="0">
                <a:solidFill>
                  <a:schemeClr val="bg1"/>
                </a:solidFill>
              </a:rPr>
            </a:br>
            <a:r>
              <a:rPr lang="en-IN" sz="2000" b="1" u="sng" dirty="0">
                <a:solidFill>
                  <a:schemeClr val="bg1"/>
                </a:solidFill>
              </a:rPr>
              <a:t>SELECT * FROM Student ;</a:t>
            </a:r>
          </a:p>
        </p:txBody>
      </p:sp>
    </p:spTree>
    <p:extLst>
      <p:ext uri="{BB962C8B-B14F-4D97-AF65-F5344CB8AC3E}">
        <p14:creationId xmlns:p14="http://schemas.microsoft.com/office/powerpoint/2010/main" val="1824964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D9373-69D7-F314-8436-3A3890BE8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20AF0-C7B1-4940-CA9E-16EC1F595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0169BF-93D3-3694-113C-55AA9B383A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6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032A77-1283-E219-0ACC-C2D5E481A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894734"/>
            <a:ext cx="6587613" cy="59485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97C149-4B6A-BFC3-5A58-D378BD61E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600" y="894734"/>
            <a:ext cx="5438411" cy="12486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ECD3E0-F464-7824-3233-7AE0F322B116}"/>
              </a:ext>
            </a:extLst>
          </p:cNvPr>
          <p:cNvSpPr txBox="1"/>
          <p:nvPr/>
        </p:nvSpPr>
        <p:spPr>
          <a:xfrm>
            <a:off x="68826" y="108155"/>
            <a:ext cx="119658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u="sng" dirty="0">
                <a:solidFill>
                  <a:schemeClr val="bg1"/>
                </a:solidFill>
              </a:rPr>
              <a:t>ENROLLMENT 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CAB75F-E596-A8DB-AC3D-7F1652506E92}"/>
              </a:ext>
            </a:extLst>
          </p:cNvPr>
          <p:cNvSpPr txBox="1"/>
          <p:nvPr/>
        </p:nvSpPr>
        <p:spPr>
          <a:xfrm>
            <a:off x="6754761" y="2359741"/>
            <a:ext cx="51127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solidFill>
                  <a:schemeClr val="bg1"/>
                </a:solidFill>
              </a:rPr>
              <a:t>Syntax : </a:t>
            </a:r>
            <a:br>
              <a:rPr lang="en-IN" sz="2000" b="1" u="sng" dirty="0">
                <a:solidFill>
                  <a:schemeClr val="bg1"/>
                </a:solidFill>
              </a:rPr>
            </a:br>
            <a:br>
              <a:rPr lang="en-IN" sz="2000" b="1" u="sng" dirty="0">
                <a:solidFill>
                  <a:schemeClr val="bg1"/>
                </a:solidFill>
              </a:rPr>
            </a:br>
            <a:r>
              <a:rPr lang="en-IN" sz="2000" b="1" u="sng" dirty="0">
                <a:solidFill>
                  <a:schemeClr val="bg1"/>
                </a:solidFill>
              </a:rPr>
              <a:t>SELECT * FROM </a:t>
            </a:r>
            <a:r>
              <a:rPr lang="en-IN" sz="2000" b="1" u="sng" dirty="0" err="1">
                <a:solidFill>
                  <a:schemeClr val="bg1"/>
                </a:solidFill>
              </a:rPr>
              <a:t>Enrollment</a:t>
            </a:r>
            <a:r>
              <a:rPr lang="en-IN" sz="2000" b="1" u="sng" dirty="0">
                <a:solidFill>
                  <a:schemeClr val="bg1"/>
                </a:solidFill>
              </a:rPr>
              <a:t> ; </a:t>
            </a:r>
          </a:p>
        </p:txBody>
      </p:sp>
    </p:spTree>
    <p:extLst>
      <p:ext uri="{BB962C8B-B14F-4D97-AF65-F5344CB8AC3E}">
        <p14:creationId xmlns:p14="http://schemas.microsoft.com/office/powerpoint/2010/main" val="919439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E612F-F1B1-35BD-A98B-8C39FCCA8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2A804-4E58-23EF-D337-422899EF0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BAE363-DDB6-A7E5-7638-8E1CAE13E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6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9F4FB5-2361-EBA6-BE52-71BECFEF3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14739"/>
            <a:ext cx="6980903" cy="61347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6A3919-4A51-B81D-FABF-1613CB4966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9392" y="737424"/>
            <a:ext cx="5034117" cy="10913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C683CD-BF02-074B-5537-231E1C8D1174}"/>
              </a:ext>
            </a:extLst>
          </p:cNvPr>
          <p:cNvSpPr txBox="1"/>
          <p:nvPr/>
        </p:nvSpPr>
        <p:spPr>
          <a:xfrm>
            <a:off x="117987" y="157315"/>
            <a:ext cx="11867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u="sng" dirty="0">
                <a:solidFill>
                  <a:schemeClr val="bg1"/>
                </a:solidFill>
              </a:rPr>
              <a:t>COURSE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5F5C9F-3331-FF76-4BFF-C8B86D4468FD}"/>
              </a:ext>
            </a:extLst>
          </p:cNvPr>
          <p:cNvSpPr txBox="1"/>
          <p:nvPr/>
        </p:nvSpPr>
        <p:spPr>
          <a:xfrm>
            <a:off x="7138219" y="1995948"/>
            <a:ext cx="46604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solidFill>
                  <a:schemeClr val="bg1"/>
                </a:solidFill>
              </a:rPr>
              <a:t>Syntax : </a:t>
            </a:r>
            <a:br>
              <a:rPr lang="en-IN" sz="2000" b="1" u="sng" dirty="0">
                <a:solidFill>
                  <a:schemeClr val="bg1"/>
                </a:solidFill>
              </a:rPr>
            </a:br>
            <a:br>
              <a:rPr lang="en-IN" sz="2000" b="1" u="sng" dirty="0">
                <a:solidFill>
                  <a:schemeClr val="bg1"/>
                </a:solidFill>
              </a:rPr>
            </a:br>
            <a:r>
              <a:rPr lang="en-IN" sz="2000" b="1" u="sng" dirty="0">
                <a:solidFill>
                  <a:schemeClr val="bg1"/>
                </a:solidFill>
              </a:rPr>
              <a:t>SELECT * FROM Course ; </a:t>
            </a:r>
          </a:p>
        </p:txBody>
      </p:sp>
    </p:spTree>
    <p:extLst>
      <p:ext uri="{BB962C8B-B14F-4D97-AF65-F5344CB8AC3E}">
        <p14:creationId xmlns:p14="http://schemas.microsoft.com/office/powerpoint/2010/main" val="3361361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2274B-E29B-6E38-3B61-9E2846340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7A004-6114-72A8-6D4D-99D31FE3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B86DB3-AAEC-8366-5C6B-F432A1991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6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A23B25-7924-6516-7FA6-9A3E3D884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52331"/>
            <a:ext cx="6951407" cy="61056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8F5728-4E8E-AF9D-E6C4-B0E630D2D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568" y="752331"/>
            <a:ext cx="5122269" cy="9978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6303F08-8B84-84BB-8890-DEE42A7EC2AF}"/>
              </a:ext>
            </a:extLst>
          </p:cNvPr>
          <p:cNvSpPr txBox="1"/>
          <p:nvPr/>
        </p:nvSpPr>
        <p:spPr>
          <a:xfrm>
            <a:off x="186813" y="137652"/>
            <a:ext cx="117987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u="sng" dirty="0">
                <a:solidFill>
                  <a:schemeClr val="bg1"/>
                </a:solidFill>
              </a:rPr>
              <a:t>INSTRUCTOR TABLE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3735B5-FF8C-2EBD-8622-B2564469FFAC}"/>
              </a:ext>
            </a:extLst>
          </p:cNvPr>
          <p:cNvSpPr txBox="1"/>
          <p:nvPr/>
        </p:nvSpPr>
        <p:spPr>
          <a:xfrm>
            <a:off x="7010568" y="1838632"/>
            <a:ext cx="49749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solidFill>
                  <a:schemeClr val="bg1"/>
                </a:solidFill>
              </a:rPr>
              <a:t>Syntax : </a:t>
            </a:r>
            <a:br>
              <a:rPr lang="en-IN" sz="2000" b="1" u="sng" dirty="0">
                <a:solidFill>
                  <a:schemeClr val="bg1"/>
                </a:solidFill>
              </a:rPr>
            </a:br>
            <a:br>
              <a:rPr lang="en-IN" sz="2000" b="1" u="sng" dirty="0">
                <a:solidFill>
                  <a:schemeClr val="bg1"/>
                </a:solidFill>
              </a:rPr>
            </a:br>
            <a:r>
              <a:rPr lang="en-IN" sz="2000" b="1" u="sng" dirty="0">
                <a:solidFill>
                  <a:schemeClr val="bg1"/>
                </a:solidFill>
              </a:rPr>
              <a:t>SELECT * FROM Instructor ; </a:t>
            </a:r>
          </a:p>
        </p:txBody>
      </p:sp>
    </p:spTree>
    <p:extLst>
      <p:ext uri="{BB962C8B-B14F-4D97-AF65-F5344CB8AC3E}">
        <p14:creationId xmlns:p14="http://schemas.microsoft.com/office/powerpoint/2010/main" val="3146562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4D12C-D91F-7A3E-D45E-95B335A27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2DA84-9DBF-A14E-C9E8-B3790F320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3907F9-13DB-4C35-D4FD-809DEC5C15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6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77C411-8BA2-DC83-928C-DE3C016E4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899000"/>
            <a:ext cx="6833419" cy="5959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6F7451-5840-9673-0215-62DC2C63AD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1814" y="899000"/>
            <a:ext cx="5073205" cy="10084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6B3A45-B8E3-7533-4973-60A6B5D940D7}"/>
              </a:ext>
            </a:extLst>
          </p:cNvPr>
          <p:cNvSpPr txBox="1"/>
          <p:nvPr/>
        </p:nvSpPr>
        <p:spPr>
          <a:xfrm>
            <a:off x="0" y="206476"/>
            <a:ext cx="11769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u="sng" dirty="0">
                <a:solidFill>
                  <a:schemeClr val="bg1"/>
                </a:solidFill>
              </a:rPr>
              <a:t>PAYMENT TABLE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9279E4-DB03-17CB-0484-BE38C0C78671}"/>
              </a:ext>
            </a:extLst>
          </p:cNvPr>
          <p:cNvSpPr txBox="1"/>
          <p:nvPr/>
        </p:nvSpPr>
        <p:spPr>
          <a:xfrm>
            <a:off x="6941814" y="2084439"/>
            <a:ext cx="49453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solidFill>
                  <a:schemeClr val="bg1"/>
                </a:solidFill>
              </a:rPr>
              <a:t>Syntax : </a:t>
            </a:r>
            <a:br>
              <a:rPr lang="en-IN" sz="2000" b="1" u="sng" dirty="0">
                <a:solidFill>
                  <a:schemeClr val="bg1"/>
                </a:solidFill>
              </a:rPr>
            </a:br>
            <a:br>
              <a:rPr lang="en-IN" sz="2000" b="1" u="sng" dirty="0">
                <a:solidFill>
                  <a:schemeClr val="bg1"/>
                </a:solidFill>
              </a:rPr>
            </a:br>
            <a:r>
              <a:rPr lang="en-IN" sz="2000" b="1" u="sng" dirty="0">
                <a:solidFill>
                  <a:schemeClr val="bg1"/>
                </a:solidFill>
              </a:rPr>
              <a:t>SELECT * FROM Payment ; </a:t>
            </a:r>
          </a:p>
        </p:txBody>
      </p:sp>
    </p:spTree>
    <p:extLst>
      <p:ext uri="{BB962C8B-B14F-4D97-AF65-F5344CB8AC3E}">
        <p14:creationId xmlns:p14="http://schemas.microsoft.com/office/powerpoint/2010/main" val="2077731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17A87-7C78-C52A-6621-14005DFD0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3E142C-B43D-80F5-4E3F-4F9AAFAF5C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566E51-CB85-9A11-A631-88BB32195A1E}"/>
              </a:ext>
            </a:extLst>
          </p:cNvPr>
          <p:cNvSpPr txBox="1"/>
          <p:nvPr/>
        </p:nvSpPr>
        <p:spPr>
          <a:xfrm>
            <a:off x="1622323" y="1199535"/>
            <a:ext cx="88588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i="1" u="sng" dirty="0">
                <a:solidFill>
                  <a:schemeClr val="bg1"/>
                </a:solidFill>
              </a:rPr>
              <a:t>JOINS</a:t>
            </a:r>
            <a:br>
              <a:rPr lang="en-IN" sz="7200" b="1" i="1" u="sng" dirty="0">
                <a:solidFill>
                  <a:schemeClr val="bg1"/>
                </a:solidFill>
              </a:rPr>
            </a:br>
            <a:r>
              <a:rPr lang="en-IN" sz="7200" b="1" i="1" u="sng" dirty="0">
                <a:solidFill>
                  <a:schemeClr val="bg1"/>
                </a:solidFill>
              </a:rPr>
              <a:t>QUERY</a:t>
            </a:r>
          </a:p>
        </p:txBody>
      </p:sp>
    </p:spTree>
    <p:extLst>
      <p:ext uri="{BB962C8B-B14F-4D97-AF65-F5344CB8AC3E}">
        <p14:creationId xmlns:p14="http://schemas.microsoft.com/office/powerpoint/2010/main" val="4215124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E3DE8-A6D6-4166-E5B6-9701D280F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5E9E1C-E72D-F7BC-6A9F-24C298A5B8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38BC71-3C77-93B6-1812-515924B27997}"/>
              </a:ext>
            </a:extLst>
          </p:cNvPr>
          <p:cNvSpPr txBox="1"/>
          <p:nvPr/>
        </p:nvSpPr>
        <p:spPr>
          <a:xfrm>
            <a:off x="137652" y="137652"/>
            <a:ext cx="116217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solidFill>
                  <a:schemeClr val="bg1"/>
                </a:solidFill>
              </a:rPr>
              <a:t>inner join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C4DD81-057F-88F3-0325-D44C22C979B2}"/>
              </a:ext>
            </a:extLst>
          </p:cNvPr>
          <p:cNvSpPr txBox="1"/>
          <p:nvPr/>
        </p:nvSpPr>
        <p:spPr>
          <a:xfrm>
            <a:off x="8908025" y="1479508"/>
            <a:ext cx="3062747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u="sng" dirty="0">
                <a:solidFill>
                  <a:schemeClr val="bg1"/>
                </a:solidFill>
              </a:rPr>
              <a:t>SYNTAX : </a:t>
            </a:r>
            <a:br>
              <a:rPr lang="en-US" sz="1600" b="1" i="1" u="sng" dirty="0">
                <a:solidFill>
                  <a:schemeClr val="bg1"/>
                </a:solidFill>
              </a:rPr>
            </a:br>
            <a:br>
              <a:rPr lang="en-US" sz="14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select </a:t>
            </a:r>
            <a:r>
              <a:rPr lang="en-US" sz="1600" b="1" u="sng" dirty="0" err="1">
                <a:solidFill>
                  <a:schemeClr val="bg1"/>
                </a:solidFill>
              </a:rPr>
              <a:t>s.student_name</a:t>
            </a:r>
            <a:r>
              <a:rPr lang="en-US" sz="1600" b="1" u="sng" dirty="0">
                <a:solidFill>
                  <a:schemeClr val="bg1"/>
                </a:solidFill>
              </a:rPr>
              <a:t>,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 err="1">
                <a:solidFill>
                  <a:schemeClr val="bg1"/>
                </a:solidFill>
              </a:rPr>
              <a:t>c.course_name</a:t>
            </a:r>
            <a:r>
              <a:rPr lang="en-US" sz="1600" b="1" u="sng" dirty="0">
                <a:solidFill>
                  <a:schemeClr val="bg1"/>
                </a:solidFill>
              </a:rPr>
              <a:t>,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 err="1">
                <a:solidFill>
                  <a:schemeClr val="bg1"/>
                </a:solidFill>
              </a:rPr>
              <a:t>i.instructor_name</a:t>
            </a:r>
            <a:r>
              <a:rPr lang="en-US" sz="1600" b="1" u="sng" dirty="0">
                <a:solidFill>
                  <a:schemeClr val="bg1"/>
                </a:solidFill>
              </a:rPr>
              <a:t>,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 err="1">
                <a:solidFill>
                  <a:schemeClr val="bg1"/>
                </a:solidFill>
              </a:rPr>
              <a:t>p.Amount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from Student s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inner join Enrollment e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on </a:t>
            </a:r>
            <a:r>
              <a:rPr lang="en-US" sz="1600" b="1" u="sng" dirty="0" err="1">
                <a:solidFill>
                  <a:schemeClr val="bg1"/>
                </a:solidFill>
              </a:rPr>
              <a:t>s.student_id</a:t>
            </a:r>
            <a:r>
              <a:rPr lang="en-US" sz="1600" b="1" u="sng" dirty="0">
                <a:solidFill>
                  <a:schemeClr val="bg1"/>
                </a:solidFill>
              </a:rPr>
              <a:t>=</a:t>
            </a:r>
            <a:r>
              <a:rPr lang="en-US" sz="1600" b="1" u="sng" dirty="0" err="1">
                <a:solidFill>
                  <a:schemeClr val="bg1"/>
                </a:solidFill>
              </a:rPr>
              <a:t>e.student_id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inner join Course c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on </a:t>
            </a:r>
            <a:r>
              <a:rPr lang="en-US" sz="1600" b="1" u="sng" dirty="0" err="1">
                <a:solidFill>
                  <a:schemeClr val="bg1"/>
                </a:solidFill>
              </a:rPr>
              <a:t>c.course_id</a:t>
            </a:r>
            <a:r>
              <a:rPr lang="en-US" sz="1600" b="1" u="sng" dirty="0">
                <a:solidFill>
                  <a:schemeClr val="bg1"/>
                </a:solidFill>
              </a:rPr>
              <a:t>=</a:t>
            </a:r>
            <a:r>
              <a:rPr lang="en-US" sz="1600" b="1" u="sng" dirty="0" err="1">
                <a:solidFill>
                  <a:schemeClr val="bg1"/>
                </a:solidFill>
              </a:rPr>
              <a:t>e.course_id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inner join Instructor I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on </a:t>
            </a:r>
            <a:r>
              <a:rPr lang="en-US" sz="1600" b="1" u="sng" dirty="0" err="1">
                <a:solidFill>
                  <a:schemeClr val="bg1"/>
                </a:solidFill>
              </a:rPr>
              <a:t>c.instructor_id</a:t>
            </a:r>
            <a:r>
              <a:rPr lang="en-US" sz="1600" b="1" u="sng" dirty="0">
                <a:solidFill>
                  <a:schemeClr val="bg1"/>
                </a:solidFill>
              </a:rPr>
              <a:t>= </a:t>
            </a:r>
            <a:r>
              <a:rPr lang="en-US" sz="1600" b="1" u="sng" dirty="0" err="1">
                <a:solidFill>
                  <a:schemeClr val="bg1"/>
                </a:solidFill>
              </a:rPr>
              <a:t>i.instructor_id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inner join Payment p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on </a:t>
            </a:r>
            <a:r>
              <a:rPr lang="en-US" sz="1600" b="1" u="sng" dirty="0" err="1">
                <a:solidFill>
                  <a:schemeClr val="bg1"/>
                </a:solidFill>
              </a:rPr>
              <a:t>e.enrollment_id</a:t>
            </a:r>
            <a:r>
              <a:rPr lang="en-US" sz="1600" b="1" u="sng" dirty="0">
                <a:solidFill>
                  <a:schemeClr val="bg1"/>
                </a:solidFill>
              </a:rPr>
              <a:t>=</a:t>
            </a:r>
            <a:r>
              <a:rPr lang="en-US" sz="1600" b="1" u="sng" dirty="0" err="1">
                <a:solidFill>
                  <a:schemeClr val="bg1"/>
                </a:solidFill>
              </a:rPr>
              <a:t>p.enrollment_id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where </a:t>
            </a:r>
            <a:r>
              <a:rPr lang="en-US" sz="1600" b="1" u="sng" dirty="0" err="1">
                <a:solidFill>
                  <a:schemeClr val="bg1"/>
                </a:solidFill>
              </a:rPr>
              <a:t>payment_status</a:t>
            </a:r>
            <a:r>
              <a:rPr lang="en-US" sz="1600" b="1" u="sng" dirty="0">
                <a:solidFill>
                  <a:schemeClr val="bg1"/>
                </a:solidFill>
              </a:rPr>
              <a:t>="Success";</a:t>
            </a:r>
            <a:endParaRPr lang="en-IN" sz="1600" b="1" u="sng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60B17F-A353-2D14-29A7-987D108AB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722426"/>
            <a:ext cx="5692878" cy="61355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B9CC5A-3C10-9FDC-5EAB-53EF149BD221}"/>
              </a:ext>
            </a:extLst>
          </p:cNvPr>
          <p:cNvSpPr txBox="1"/>
          <p:nvPr/>
        </p:nvSpPr>
        <p:spPr>
          <a:xfrm>
            <a:off x="5801032" y="796413"/>
            <a:ext cx="62139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dirty="0">
                <a:solidFill>
                  <a:schemeClr val="bg1"/>
                </a:solidFill>
              </a:rPr>
              <a:t>display the student name, course name , instructor name and payment amount for all </a:t>
            </a:r>
            <a:r>
              <a:rPr lang="en-US" sz="1600" b="1" i="1" dirty="0" err="1">
                <a:solidFill>
                  <a:schemeClr val="bg1"/>
                </a:solidFill>
              </a:rPr>
              <a:t>sucssfull</a:t>
            </a:r>
            <a:r>
              <a:rPr lang="en-US" sz="1600" b="1" i="1" dirty="0">
                <a:solidFill>
                  <a:schemeClr val="bg1"/>
                </a:solidFill>
              </a:rPr>
              <a:t> payment.</a:t>
            </a:r>
            <a:endParaRPr lang="en-IN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D9DB9C-E65A-2B45-B024-080F85690E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1031" y="1524546"/>
            <a:ext cx="3062747" cy="3912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093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72CC9-B8A3-911F-DACD-88D079918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CCD75-75AE-1B82-6246-5CF3C3DB4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D613E3-ADDF-302F-2734-CC688E4AAD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A13897-6318-077E-6043-7F87DB58FB04}"/>
              </a:ext>
            </a:extLst>
          </p:cNvPr>
          <p:cNvSpPr txBox="1"/>
          <p:nvPr/>
        </p:nvSpPr>
        <p:spPr>
          <a:xfrm>
            <a:off x="127819" y="108155"/>
            <a:ext cx="11798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u="sng" dirty="0">
                <a:solidFill>
                  <a:schemeClr val="bg1"/>
                </a:solidFill>
              </a:rPr>
              <a:t>Left join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29D83F-C47C-C79E-4630-67AA58BC8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92929"/>
            <a:ext cx="5348749" cy="61650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0CE290-8FF1-8092-4627-E35D630995DE}"/>
              </a:ext>
            </a:extLst>
          </p:cNvPr>
          <p:cNvSpPr txBox="1"/>
          <p:nvPr/>
        </p:nvSpPr>
        <p:spPr>
          <a:xfrm>
            <a:off x="8249265" y="1411259"/>
            <a:ext cx="342162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u="sng" dirty="0">
                <a:solidFill>
                  <a:schemeClr val="bg1"/>
                </a:solidFill>
              </a:rPr>
              <a:t>SYNTAX :</a:t>
            </a:r>
            <a:br>
              <a:rPr lang="en-US" sz="1600" b="1" i="1" u="sng" dirty="0">
                <a:solidFill>
                  <a:schemeClr val="bg1"/>
                </a:solidFill>
              </a:rPr>
            </a:b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select </a:t>
            </a:r>
            <a:r>
              <a:rPr lang="en-US" sz="1600" b="1" u="sng" dirty="0" err="1">
                <a:solidFill>
                  <a:schemeClr val="bg1"/>
                </a:solidFill>
              </a:rPr>
              <a:t>s.student_name</a:t>
            </a:r>
            <a:r>
              <a:rPr lang="en-US" sz="1600" b="1" u="sng" dirty="0">
                <a:solidFill>
                  <a:schemeClr val="bg1"/>
                </a:solidFill>
              </a:rPr>
              <a:t>,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 err="1">
                <a:solidFill>
                  <a:schemeClr val="bg1"/>
                </a:solidFill>
              </a:rPr>
              <a:t>p.Amount</a:t>
            </a:r>
            <a:r>
              <a:rPr lang="en-US" sz="1600" b="1" u="sng" dirty="0">
                <a:solidFill>
                  <a:schemeClr val="bg1"/>
                </a:solidFill>
              </a:rPr>
              <a:t>,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 err="1">
                <a:solidFill>
                  <a:schemeClr val="bg1"/>
                </a:solidFill>
              </a:rPr>
              <a:t>p.payment_mode</a:t>
            </a:r>
            <a:r>
              <a:rPr lang="en-US" sz="1600" b="1" u="sng" dirty="0">
                <a:solidFill>
                  <a:schemeClr val="bg1"/>
                </a:solidFill>
              </a:rPr>
              <a:t>,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 err="1">
                <a:solidFill>
                  <a:schemeClr val="bg1"/>
                </a:solidFill>
              </a:rPr>
              <a:t>p.payment_status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from Student s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left join Enrollment e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on </a:t>
            </a:r>
            <a:r>
              <a:rPr lang="en-US" sz="1600" b="1" u="sng" dirty="0" err="1">
                <a:solidFill>
                  <a:schemeClr val="bg1"/>
                </a:solidFill>
              </a:rPr>
              <a:t>s.student_id</a:t>
            </a:r>
            <a:r>
              <a:rPr lang="en-US" sz="1600" b="1" u="sng" dirty="0">
                <a:solidFill>
                  <a:schemeClr val="bg1"/>
                </a:solidFill>
              </a:rPr>
              <a:t>=</a:t>
            </a:r>
            <a:r>
              <a:rPr lang="en-US" sz="1600" b="1" u="sng" dirty="0" err="1">
                <a:solidFill>
                  <a:schemeClr val="bg1"/>
                </a:solidFill>
              </a:rPr>
              <a:t>e.student_id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left join Payment p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on </a:t>
            </a:r>
            <a:r>
              <a:rPr lang="en-US" sz="1600" b="1" u="sng" dirty="0" err="1">
                <a:solidFill>
                  <a:schemeClr val="bg1"/>
                </a:solidFill>
              </a:rPr>
              <a:t>p.enrollment_id</a:t>
            </a:r>
            <a:r>
              <a:rPr lang="en-US" sz="1600" b="1" u="sng" dirty="0">
                <a:solidFill>
                  <a:schemeClr val="bg1"/>
                </a:solidFill>
              </a:rPr>
              <a:t>=</a:t>
            </a:r>
            <a:r>
              <a:rPr lang="en-US" sz="1600" b="1" u="sng" dirty="0" err="1">
                <a:solidFill>
                  <a:schemeClr val="bg1"/>
                </a:solidFill>
              </a:rPr>
              <a:t>e.enrollment_id</a:t>
            </a:r>
            <a:r>
              <a:rPr lang="en-US" sz="1600" b="1" u="sng" dirty="0">
                <a:solidFill>
                  <a:schemeClr val="bg1"/>
                </a:solidFill>
              </a:rPr>
              <a:t>;</a:t>
            </a:r>
            <a:endParaRPr lang="en-IN" sz="1600" b="1" u="sng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2A5D5C-FD8A-ED30-2AA5-2D20241C9E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575" y="1411259"/>
            <a:ext cx="2762864" cy="28756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7BD57B-738B-63A9-C887-F8A5B72E636D}"/>
              </a:ext>
            </a:extLst>
          </p:cNvPr>
          <p:cNvSpPr txBox="1"/>
          <p:nvPr/>
        </p:nvSpPr>
        <p:spPr>
          <a:xfrm>
            <a:off x="5348749" y="692929"/>
            <a:ext cx="6499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dirty="0">
                <a:solidFill>
                  <a:schemeClr val="bg1"/>
                </a:solidFill>
              </a:rPr>
              <a:t>Display all students along with their payment details. Include students who have not made any payment.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238826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34E6F-9215-F000-9DF6-6186019B4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A585A-BC03-1DD5-A0D4-5A2C8210A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04895B-6BCE-0432-5F62-3C0D2CFA6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B73CA5-74DB-D8BA-5AE6-6B38398DB8C5}"/>
              </a:ext>
            </a:extLst>
          </p:cNvPr>
          <p:cNvSpPr txBox="1"/>
          <p:nvPr/>
        </p:nvSpPr>
        <p:spPr>
          <a:xfrm>
            <a:off x="78658" y="147484"/>
            <a:ext cx="11808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u="sng" dirty="0">
                <a:solidFill>
                  <a:schemeClr val="bg1"/>
                </a:solidFill>
              </a:rPr>
              <a:t>Right join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70F73-F798-588D-2FCA-E73123C94323}"/>
              </a:ext>
            </a:extLst>
          </p:cNvPr>
          <p:cNvSpPr txBox="1"/>
          <p:nvPr/>
        </p:nvSpPr>
        <p:spPr>
          <a:xfrm>
            <a:off x="8770374" y="1684279"/>
            <a:ext cx="311682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i="1" u="sng" dirty="0">
                <a:solidFill>
                  <a:schemeClr val="bg1"/>
                </a:solidFill>
              </a:rPr>
              <a:t>SYNTAX :</a:t>
            </a:r>
            <a:br>
              <a:rPr lang="en-IN" sz="1600" b="1" i="1" u="sng" dirty="0">
                <a:solidFill>
                  <a:schemeClr val="bg1"/>
                </a:solidFill>
              </a:rPr>
            </a:br>
            <a:br>
              <a:rPr lang="en-IN" sz="14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select  </a:t>
            </a:r>
            <a:r>
              <a:rPr lang="en-IN" sz="1600" b="1" u="sng" dirty="0" err="1">
                <a:solidFill>
                  <a:schemeClr val="bg1"/>
                </a:solidFill>
              </a:rPr>
              <a:t>i.Instructor_ID</a:t>
            </a:r>
            <a:r>
              <a:rPr lang="en-IN" sz="1600" b="1" u="sng" dirty="0">
                <a:solidFill>
                  <a:schemeClr val="bg1"/>
                </a:solidFill>
              </a:rPr>
              <a:t>,    </a:t>
            </a:r>
            <a:r>
              <a:rPr lang="en-IN" sz="1600" b="1" u="sng" dirty="0" err="1">
                <a:solidFill>
                  <a:schemeClr val="bg1"/>
                </a:solidFill>
              </a:rPr>
              <a:t>i.Instructor_Name</a:t>
            </a:r>
            <a:r>
              <a:rPr lang="en-IN" sz="1600" b="1" u="sng" dirty="0">
                <a:solidFill>
                  <a:schemeClr val="bg1"/>
                </a:solidFill>
              </a:rPr>
              <a:t>,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 err="1">
                <a:solidFill>
                  <a:schemeClr val="bg1"/>
                </a:solidFill>
              </a:rPr>
              <a:t>c.Course_ID</a:t>
            </a:r>
            <a:r>
              <a:rPr lang="en-IN" sz="1600" b="1" u="sng" dirty="0">
                <a:solidFill>
                  <a:schemeClr val="bg1"/>
                </a:solidFill>
              </a:rPr>
              <a:t>, 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 err="1">
                <a:solidFill>
                  <a:schemeClr val="bg1"/>
                </a:solidFill>
              </a:rPr>
              <a:t>c.Course_Name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from Course c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right join Instructor I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on </a:t>
            </a:r>
            <a:r>
              <a:rPr lang="en-IN" sz="1600" b="1" u="sng" dirty="0" err="1">
                <a:solidFill>
                  <a:schemeClr val="bg1"/>
                </a:solidFill>
              </a:rPr>
              <a:t>c.Instructor_ID</a:t>
            </a:r>
            <a:r>
              <a:rPr lang="en-IN" sz="1600" b="1" u="sng" dirty="0">
                <a:solidFill>
                  <a:schemeClr val="bg1"/>
                </a:solidFill>
              </a:rPr>
              <a:t> = </a:t>
            </a:r>
            <a:r>
              <a:rPr lang="en-IN" sz="1600" b="1" u="sng" dirty="0" err="1">
                <a:solidFill>
                  <a:schemeClr val="bg1"/>
                </a:solidFill>
              </a:rPr>
              <a:t>i.Instructor_ID</a:t>
            </a:r>
            <a:r>
              <a:rPr lang="en-IN" sz="1600" b="1" u="sng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3C89B7-DB83-2FFF-4CEA-A9C6BFDD535C}"/>
              </a:ext>
            </a:extLst>
          </p:cNvPr>
          <p:cNvSpPr txBox="1"/>
          <p:nvPr/>
        </p:nvSpPr>
        <p:spPr>
          <a:xfrm>
            <a:off x="5496233" y="732259"/>
            <a:ext cx="65482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dirty="0">
                <a:solidFill>
                  <a:schemeClr val="bg1"/>
                </a:solidFill>
              </a:rPr>
              <a:t>Show all instructors and the courses they teach, including instructors who are not assigned to any course.</a:t>
            </a:r>
            <a:endParaRPr lang="en-IN" sz="1600" b="1" i="1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A7A4FB-1427-4A5D-588A-B98CF5C7E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2" y="732259"/>
            <a:ext cx="5420531" cy="62732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EE988B5-A62B-79CB-EFA0-2442740177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9892" y="1464518"/>
            <a:ext cx="2875682" cy="29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669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15729-7461-45A1-9006-08D5AE4FF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97FCE-867A-F865-5ACD-D7064AB6D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F2610D-E811-3A27-7A99-FBECC361BF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EB87CD-17F3-F339-D3D7-7C2BD5B17D61}"/>
              </a:ext>
            </a:extLst>
          </p:cNvPr>
          <p:cNvSpPr txBox="1"/>
          <p:nvPr/>
        </p:nvSpPr>
        <p:spPr>
          <a:xfrm>
            <a:off x="68826" y="137652"/>
            <a:ext cx="117888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u="sng" dirty="0">
                <a:solidFill>
                  <a:schemeClr val="bg1"/>
                </a:solidFill>
              </a:rPr>
              <a:t>Full Outer Join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6560B4-3E75-53D8-7799-225659834717}"/>
              </a:ext>
            </a:extLst>
          </p:cNvPr>
          <p:cNvSpPr txBox="1"/>
          <p:nvPr/>
        </p:nvSpPr>
        <p:spPr>
          <a:xfrm>
            <a:off x="7794648" y="1509008"/>
            <a:ext cx="4063055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i="1" u="sng" dirty="0">
                <a:solidFill>
                  <a:schemeClr val="bg1"/>
                </a:solidFill>
              </a:rPr>
              <a:t>SYNTAX :</a:t>
            </a:r>
            <a:br>
              <a:rPr lang="en-IN" sz="1600" b="1" i="1" u="sng" dirty="0">
                <a:solidFill>
                  <a:schemeClr val="bg1"/>
                </a:solidFill>
              </a:rPr>
            </a:b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select </a:t>
            </a:r>
            <a:r>
              <a:rPr lang="en-IN" sz="1600" b="1" u="sng" dirty="0" err="1">
                <a:solidFill>
                  <a:schemeClr val="bg1"/>
                </a:solidFill>
              </a:rPr>
              <a:t>s.Student_ID</a:t>
            </a:r>
            <a:r>
              <a:rPr lang="en-IN" sz="1600" b="1" u="sng" dirty="0">
                <a:solidFill>
                  <a:schemeClr val="bg1"/>
                </a:solidFill>
              </a:rPr>
              <a:t>, </a:t>
            </a:r>
            <a:r>
              <a:rPr lang="en-IN" sz="1600" b="1" u="sng" dirty="0" err="1">
                <a:solidFill>
                  <a:schemeClr val="bg1"/>
                </a:solidFill>
              </a:rPr>
              <a:t>s.Student_Name</a:t>
            </a:r>
            <a:r>
              <a:rPr lang="en-IN" sz="1600" b="1" u="sng" dirty="0">
                <a:solidFill>
                  <a:schemeClr val="bg1"/>
                </a:solidFill>
              </a:rPr>
              <a:t>,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 err="1">
                <a:solidFill>
                  <a:schemeClr val="bg1"/>
                </a:solidFill>
              </a:rPr>
              <a:t>p.Payment_ID</a:t>
            </a:r>
            <a:r>
              <a:rPr lang="en-IN" sz="1600" b="1" u="sng" dirty="0">
                <a:solidFill>
                  <a:schemeClr val="bg1"/>
                </a:solidFill>
              </a:rPr>
              <a:t>, </a:t>
            </a:r>
            <a:r>
              <a:rPr lang="en-IN" sz="1600" b="1" u="sng" dirty="0" err="1">
                <a:solidFill>
                  <a:schemeClr val="bg1"/>
                </a:solidFill>
              </a:rPr>
              <a:t>p.Amount</a:t>
            </a:r>
            <a:r>
              <a:rPr lang="en-IN" sz="1600" b="1" u="sng" dirty="0">
                <a:solidFill>
                  <a:schemeClr val="bg1"/>
                </a:solidFill>
              </a:rPr>
              <a:t>,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 err="1">
                <a:solidFill>
                  <a:schemeClr val="bg1"/>
                </a:solidFill>
              </a:rPr>
              <a:t>p.Payment_Status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from Student s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left join  </a:t>
            </a:r>
            <a:r>
              <a:rPr lang="en-IN" sz="1600" b="1" u="sng" dirty="0" err="1">
                <a:solidFill>
                  <a:schemeClr val="bg1"/>
                </a:solidFill>
              </a:rPr>
              <a:t>Enrollment</a:t>
            </a:r>
            <a:r>
              <a:rPr lang="en-IN" sz="1600" b="1" u="sng" dirty="0">
                <a:solidFill>
                  <a:schemeClr val="bg1"/>
                </a:solidFill>
              </a:rPr>
              <a:t> e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on </a:t>
            </a:r>
            <a:r>
              <a:rPr lang="en-IN" sz="1600" b="1" u="sng" dirty="0" err="1">
                <a:solidFill>
                  <a:schemeClr val="bg1"/>
                </a:solidFill>
              </a:rPr>
              <a:t>s.Student_ID</a:t>
            </a:r>
            <a:r>
              <a:rPr lang="en-IN" sz="1600" b="1" u="sng" dirty="0">
                <a:solidFill>
                  <a:schemeClr val="bg1"/>
                </a:solidFill>
              </a:rPr>
              <a:t> = </a:t>
            </a:r>
            <a:r>
              <a:rPr lang="en-IN" sz="1600" b="1" u="sng" dirty="0" err="1">
                <a:solidFill>
                  <a:schemeClr val="bg1"/>
                </a:solidFill>
              </a:rPr>
              <a:t>e.Student_ID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left join Payment p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on </a:t>
            </a:r>
            <a:r>
              <a:rPr lang="en-IN" sz="1600" b="1" u="sng" dirty="0" err="1">
                <a:solidFill>
                  <a:schemeClr val="bg1"/>
                </a:solidFill>
              </a:rPr>
              <a:t>e.Enrollment_ID</a:t>
            </a:r>
            <a:r>
              <a:rPr lang="en-IN" sz="1600" b="1" u="sng" dirty="0">
                <a:solidFill>
                  <a:schemeClr val="bg1"/>
                </a:solidFill>
              </a:rPr>
              <a:t> = </a:t>
            </a:r>
            <a:r>
              <a:rPr lang="en-IN" sz="1600" b="1" u="sng" dirty="0" err="1">
                <a:solidFill>
                  <a:schemeClr val="bg1"/>
                </a:solidFill>
              </a:rPr>
              <a:t>p.Enrollment_ID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union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select </a:t>
            </a:r>
            <a:r>
              <a:rPr lang="en-IN" sz="1600" b="1" u="sng" dirty="0" err="1">
                <a:solidFill>
                  <a:schemeClr val="bg1"/>
                </a:solidFill>
              </a:rPr>
              <a:t>s.Student_ID</a:t>
            </a:r>
            <a:r>
              <a:rPr lang="en-IN" sz="1600" b="1" u="sng" dirty="0">
                <a:solidFill>
                  <a:schemeClr val="bg1"/>
                </a:solidFill>
              </a:rPr>
              <a:t>, </a:t>
            </a:r>
            <a:r>
              <a:rPr lang="en-IN" sz="1600" b="1" u="sng" dirty="0" err="1">
                <a:solidFill>
                  <a:schemeClr val="bg1"/>
                </a:solidFill>
              </a:rPr>
              <a:t>s.Student_Name</a:t>
            </a:r>
            <a:r>
              <a:rPr lang="en-IN" sz="1600" b="1" u="sng" dirty="0">
                <a:solidFill>
                  <a:schemeClr val="bg1"/>
                </a:solidFill>
              </a:rPr>
              <a:t>,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 err="1">
                <a:solidFill>
                  <a:schemeClr val="bg1"/>
                </a:solidFill>
              </a:rPr>
              <a:t>p.Payment_ID</a:t>
            </a:r>
            <a:r>
              <a:rPr lang="en-IN" sz="1600" b="1" u="sng" dirty="0">
                <a:solidFill>
                  <a:schemeClr val="bg1"/>
                </a:solidFill>
              </a:rPr>
              <a:t>, </a:t>
            </a:r>
            <a:r>
              <a:rPr lang="en-IN" sz="1600" b="1" u="sng" dirty="0" err="1">
                <a:solidFill>
                  <a:schemeClr val="bg1"/>
                </a:solidFill>
              </a:rPr>
              <a:t>p.Amount</a:t>
            </a:r>
            <a:r>
              <a:rPr lang="en-IN" sz="1600" b="1" u="sng" dirty="0">
                <a:solidFill>
                  <a:schemeClr val="bg1"/>
                </a:solidFill>
              </a:rPr>
              <a:t>,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 err="1">
                <a:solidFill>
                  <a:schemeClr val="bg1"/>
                </a:solidFill>
              </a:rPr>
              <a:t>p.Payment_Status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from  Student s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right join  </a:t>
            </a:r>
            <a:r>
              <a:rPr lang="en-IN" sz="1600" b="1" u="sng" dirty="0" err="1">
                <a:solidFill>
                  <a:schemeClr val="bg1"/>
                </a:solidFill>
              </a:rPr>
              <a:t>Enrollment</a:t>
            </a:r>
            <a:r>
              <a:rPr lang="en-IN" sz="1600" b="1" u="sng" dirty="0">
                <a:solidFill>
                  <a:schemeClr val="bg1"/>
                </a:solidFill>
              </a:rPr>
              <a:t> e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on  </a:t>
            </a:r>
            <a:r>
              <a:rPr lang="en-IN" sz="1600" b="1" u="sng" dirty="0" err="1">
                <a:solidFill>
                  <a:schemeClr val="bg1"/>
                </a:solidFill>
              </a:rPr>
              <a:t>s.Student_ID</a:t>
            </a:r>
            <a:r>
              <a:rPr lang="en-IN" sz="1600" b="1" u="sng" dirty="0">
                <a:solidFill>
                  <a:schemeClr val="bg1"/>
                </a:solidFill>
              </a:rPr>
              <a:t> = </a:t>
            </a:r>
            <a:r>
              <a:rPr lang="en-IN" sz="1600" b="1" u="sng" dirty="0" err="1">
                <a:solidFill>
                  <a:schemeClr val="bg1"/>
                </a:solidFill>
              </a:rPr>
              <a:t>e.Student_ID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right join  Payment p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on  </a:t>
            </a:r>
            <a:r>
              <a:rPr lang="en-IN" sz="1600" b="1" u="sng" dirty="0" err="1">
                <a:solidFill>
                  <a:schemeClr val="bg1"/>
                </a:solidFill>
              </a:rPr>
              <a:t>e.Enrollment_ID</a:t>
            </a:r>
            <a:r>
              <a:rPr lang="en-IN" sz="1600" b="1" u="sng" dirty="0">
                <a:solidFill>
                  <a:schemeClr val="bg1"/>
                </a:solidFill>
              </a:rPr>
              <a:t> = </a:t>
            </a:r>
            <a:r>
              <a:rPr lang="en-IN" sz="1600" b="1" u="sng" dirty="0" err="1">
                <a:solidFill>
                  <a:schemeClr val="bg1"/>
                </a:solidFill>
              </a:rPr>
              <a:t>p.Enrollment_ID</a:t>
            </a:r>
            <a:r>
              <a:rPr lang="en-IN" sz="1600" b="1" u="sng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58E339-2DF9-FA80-5FFF-B988F8B41831}"/>
              </a:ext>
            </a:extLst>
          </p:cNvPr>
          <p:cNvSpPr txBox="1"/>
          <p:nvPr/>
        </p:nvSpPr>
        <p:spPr>
          <a:xfrm>
            <a:off x="4434349" y="924233"/>
            <a:ext cx="7423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dirty="0">
                <a:solidFill>
                  <a:schemeClr val="bg1"/>
                </a:solidFill>
              </a:rPr>
              <a:t>Display all students and all payment records, including students who have never made a payment and payments without matching student details.</a:t>
            </a:r>
            <a:endParaRPr lang="en-IN" sz="1600" b="1" i="1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0D0B1E-D476-4FE1-4ABA-ACAE610DB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198" y="1509008"/>
            <a:ext cx="2902975" cy="38987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05C4A1E-D9EF-CB5E-955B-BA0BE0EBF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82" y="924233"/>
            <a:ext cx="4471423" cy="593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7455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B9CB5-815E-CD71-0895-281D6B835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73653-A414-0910-77D5-2BF4B116B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9AAEF1-510F-0697-4FE6-EEC8D1F4A7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DC465A-E84D-9CA3-EC92-69718934DCAF}"/>
              </a:ext>
            </a:extLst>
          </p:cNvPr>
          <p:cNvSpPr txBox="1"/>
          <p:nvPr/>
        </p:nvSpPr>
        <p:spPr>
          <a:xfrm>
            <a:off x="108155" y="117987"/>
            <a:ext cx="118675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u="sng" dirty="0">
                <a:solidFill>
                  <a:schemeClr val="bg1"/>
                </a:solidFill>
              </a:rPr>
              <a:t>Multiple Join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CEDDC6-0164-7FB5-4715-C25C5F915CF8}"/>
              </a:ext>
            </a:extLst>
          </p:cNvPr>
          <p:cNvSpPr txBox="1"/>
          <p:nvPr/>
        </p:nvSpPr>
        <p:spPr>
          <a:xfrm>
            <a:off x="8544231" y="1438201"/>
            <a:ext cx="352978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i="1" u="sng" dirty="0">
                <a:solidFill>
                  <a:schemeClr val="bg1"/>
                </a:solidFill>
              </a:rPr>
              <a:t>SYNTAX :</a:t>
            </a:r>
            <a:br>
              <a:rPr lang="en-IN" sz="1600" b="1" i="1" u="sng" dirty="0">
                <a:solidFill>
                  <a:schemeClr val="bg1"/>
                </a:solidFill>
              </a:rPr>
            </a:br>
            <a:br>
              <a:rPr lang="en-IN" sz="1200" b="1" i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select </a:t>
            </a:r>
            <a:r>
              <a:rPr lang="en-IN" sz="1600" b="1" u="sng" dirty="0" err="1">
                <a:solidFill>
                  <a:schemeClr val="bg1"/>
                </a:solidFill>
              </a:rPr>
              <a:t>s.student_name</a:t>
            </a:r>
            <a:r>
              <a:rPr lang="en-IN" sz="1600" b="1" u="sng" dirty="0">
                <a:solidFill>
                  <a:schemeClr val="bg1"/>
                </a:solidFill>
              </a:rPr>
              <a:t> ,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 err="1">
                <a:solidFill>
                  <a:schemeClr val="bg1"/>
                </a:solidFill>
              </a:rPr>
              <a:t>c.course_name</a:t>
            </a:r>
            <a:r>
              <a:rPr lang="en-IN" sz="1600" b="1" u="sng" dirty="0">
                <a:solidFill>
                  <a:schemeClr val="bg1"/>
                </a:solidFill>
              </a:rPr>
              <a:t> ,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 err="1">
                <a:solidFill>
                  <a:schemeClr val="bg1"/>
                </a:solidFill>
              </a:rPr>
              <a:t>i.instructor_name</a:t>
            </a:r>
            <a:r>
              <a:rPr lang="en-IN" sz="1600" b="1" u="sng" dirty="0">
                <a:solidFill>
                  <a:schemeClr val="bg1"/>
                </a:solidFill>
              </a:rPr>
              <a:t> ,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 err="1">
                <a:solidFill>
                  <a:schemeClr val="bg1"/>
                </a:solidFill>
              </a:rPr>
              <a:t>p.payment_mode</a:t>
            </a:r>
            <a:r>
              <a:rPr lang="en-IN" sz="1600" b="1" u="sng" dirty="0">
                <a:solidFill>
                  <a:schemeClr val="bg1"/>
                </a:solidFill>
              </a:rPr>
              <a:t> ,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 err="1">
                <a:solidFill>
                  <a:schemeClr val="bg1"/>
                </a:solidFill>
              </a:rPr>
              <a:t>p.Amount</a:t>
            </a:r>
            <a:r>
              <a:rPr lang="en-IN" sz="1600" b="1" u="sng" dirty="0">
                <a:solidFill>
                  <a:schemeClr val="bg1"/>
                </a:solidFill>
              </a:rPr>
              <a:t>,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 err="1">
                <a:solidFill>
                  <a:schemeClr val="bg1"/>
                </a:solidFill>
              </a:rPr>
              <a:t>p.payment_status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from Student sinner join </a:t>
            </a:r>
            <a:r>
              <a:rPr lang="en-IN" sz="1600" b="1" u="sng" dirty="0" err="1">
                <a:solidFill>
                  <a:schemeClr val="bg1"/>
                </a:solidFill>
              </a:rPr>
              <a:t>Enrollment</a:t>
            </a:r>
            <a:r>
              <a:rPr lang="en-IN" sz="1600" b="1" u="sng" dirty="0">
                <a:solidFill>
                  <a:schemeClr val="bg1"/>
                </a:solidFill>
              </a:rPr>
              <a:t> e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on </a:t>
            </a:r>
            <a:r>
              <a:rPr lang="en-IN" sz="1600" b="1" u="sng" dirty="0" err="1">
                <a:solidFill>
                  <a:schemeClr val="bg1"/>
                </a:solidFill>
              </a:rPr>
              <a:t>s.student_id</a:t>
            </a:r>
            <a:r>
              <a:rPr lang="en-IN" sz="1600" b="1" u="sng" dirty="0">
                <a:solidFill>
                  <a:schemeClr val="bg1"/>
                </a:solidFill>
              </a:rPr>
              <a:t>=</a:t>
            </a:r>
            <a:r>
              <a:rPr lang="en-IN" sz="1600" b="1" u="sng" dirty="0" err="1">
                <a:solidFill>
                  <a:schemeClr val="bg1"/>
                </a:solidFill>
              </a:rPr>
              <a:t>e.student_id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inner join Course c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on </a:t>
            </a:r>
            <a:r>
              <a:rPr lang="en-IN" sz="1600" b="1" u="sng" dirty="0" err="1">
                <a:solidFill>
                  <a:schemeClr val="bg1"/>
                </a:solidFill>
              </a:rPr>
              <a:t>c.course_id</a:t>
            </a:r>
            <a:r>
              <a:rPr lang="en-IN" sz="1600" b="1" u="sng" dirty="0">
                <a:solidFill>
                  <a:schemeClr val="bg1"/>
                </a:solidFill>
              </a:rPr>
              <a:t>=</a:t>
            </a:r>
            <a:r>
              <a:rPr lang="en-IN" sz="1600" b="1" u="sng" dirty="0" err="1">
                <a:solidFill>
                  <a:schemeClr val="bg1"/>
                </a:solidFill>
              </a:rPr>
              <a:t>e.course_id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inner join Instructor I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on </a:t>
            </a:r>
            <a:r>
              <a:rPr lang="en-IN" sz="1600" b="1" u="sng" dirty="0" err="1">
                <a:solidFill>
                  <a:schemeClr val="bg1"/>
                </a:solidFill>
              </a:rPr>
              <a:t>c.instructor_id</a:t>
            </a:r>
            <a:r>
              <a:rPr lang="en-IN" sz="1600" b="1" u="sng" dirty="0">
                <a:solidFill>
                  <a:schemeClr val="bg1"/>
                </a:solidFill>
              </a:rPr>
              <a:t>=</a:t>
            </a:r>
            <a:r>
              <a:rPr lang="en-IN" sz="1600" b="1" u="sng" dirty="0" err="1">
                <a:solidFill>
                  <a:schemeClr val="bg1"/>
                </a:solidFill>
              </a:rPr>
              <a:t>i.instructor_idinner</a:t>
            </a:r>
            <a:r>
              <a:rPr lang="en-IN" sz="1600" b="1" u="sng" dirty="0">
                <a:solidFill>
                  <a:schemeClr val="bg1"/>
                </a:solidFill>
              </a:rPr>
              <a:t> 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join Payment p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on </a:t>
            </a:r>
            <a:r>
              <a:rPr lang="en-IN" sz="1600" b="1" u="sng" dirty="0" err="1">
                <a:solidFill>
                  <a:schemeClr val="bg1"/>
                </a:solidFill>
              </a:rPr>
              <a:t>p.enrollment_id</a:t>
            </a:r>
            <a:r>
              <a:rPr lang="en-IN" sz="1600" b="1" u="sng" dirty="0">
                <a:solidFill>
                  <a:schemeClr val="bg1"/>
                </a:solidFill>
              </a:rPr>
              <a:t>=</a:t>
            </a:r>
            <a:r>
              <a:rPr lang="en-IN" sz="1600" b="1" u="sng" dirty="0" err="1">
                <a:solidFill>
                  <a:schemeClr val="bg1"/>
                </a:solidFill>
              </a:rPr>
              <a:t>e.enrollment_id</a:t>
            </a:r>
            <a:r>
              <a:rPr lang="en-IN" sz="1600" b="1" u="sng" dirty="0">
                <a:solidFill>
                  <a:schemeClr val="bg1"/>
                </a:solidFill>
              </a:rPr>
              <a:t>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8CCA14-DE2D-2537-32EE-FB75780F6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2761"/>
            <a:ext cx="5702710" cy="61552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C53869-F675-446B-F215-C27569672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7491" y="1438201"/>
            <a:ext cx="2666739" cy="35959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E0A0923-7030-9C90-E747-F420D9A762E8}"/>
              </a:ext>
            </a:extLst>
          </p:cNvPr>
          <p:cNvSpPr txBox="1"/>
          <p:nvPr/>
        </p:nvSpPr>
        <p:spPr>
          <a:xfrm>
            <a:off x="5702710" y="702761"/>
            <a:ext cx="6272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i="1" dirty="0">
                <a:solidFill>
                  <a:schemeClr val="bg1"/>
                </a:solidFill>
              </a:rPr>
              <a:t>Display the student name, course name, instructor name, payment mode, payment amount, and payment status.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9474463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7A43D-87EF-4E0D-82D3-772C1E99F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5915D-4573-C40D-5E78-4101BA4A2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BC4DA6-E744-C96A-AA00-EA07FE11DF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150233-B534-3446-CA51-BCA312432FDC}"/>
              </a:ext>
            </a:extLst>
          </p:cNvPr>
          <p:cNvSpPr txBox="1"/>
          <p:nvPr/>
        </p:nvSpPr>
        <p:spPr>
          <a:xfrm>
            <a:off x="1936955" y="1524000"/>
            <a:ext cx="81607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i="1" u="sng" dirty="0">
                <a:solidFill>
                  <a:schemeClr val="bg1"/>
                </a:solidFill>
              </a:rPr>
              <a:t>SUBQUERIES</a:t>
            </a:r>
          </a:p>
        </p:txBody>
      </p:sp>
    </p:spTree>
    <p:extLst>
      <p:ext uri="{BB962C8B-B14F-4D97-AF65-F5344CB8AC3E}">
        <p14:creationId xmlns:p14="http://schemas.microsoft.com/office/powerpoint/2010/main" val="302565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F6662-42D3-9FDD-306F-D41F3BAD9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F223C-0802-8BD1-BE07-AE1B857BC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150904-7A14-E0B1-DC4C-3EED18D23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BEBB56-1329-F95F-2D8E-3AC043B95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1" y="953730"/>
            <a:ext cx="5053783" cy="59042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139688-187E-5A77-4BAA-159250255C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1765" y="953730"/>
            <a:ext cx="5439316" cy="19934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BBAD02-C658-1D32-BBD2-E9A0FFA1C44C}"/>
              </a:ext>
            </a:extLst>
          </p:cNvPr>
          <p:cNvSpPr txBox="1"/>
          <p:nvPr/>
        </p:nvSpPr>
        <p:spPr>
          <a:xfrm>
            <a:off x="275303" y="137652"/>
            <a:ext cx="11287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dirty="0">
                <a:solidFill>
                  <a:schemeClr val="bg1"/>
                </a:solidFill>
              </a:rPr>
              <a:t>Display the Student ID, Student Name, and Payment Amount of students whose payment amount is greater than the average payment amount</a:t>
            </a:r>
            <a:endParaRPr lang="en-IN" sz="1600" b="1" i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F10E9B-4440-9B5C-94D1-882BBE16C5B8}"/>
              </a:ext>
            </a:extLst>
          </p:cNvPr>
          <p:cNvSpPr txBox="1"/>
          <p:nvPr/>
        </p:nvSpPr>
        <p:spPr>
          <a:xfrm>
            <a:off x="5279923" y="3087329"/>
            <a:ext cx="650895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i="1" u="sng" dirty="0">
                <a:solidFill>
                  <a:schemeClr val="bg1"/>
                </a:solidFill>
              </a:rPr>
              <a:t>SYNTAX :</a:t>
            </a:r>
            <a:br>
              <a:rPr lang="en-IN" sz="1600" b="1" i="1" u="sng" dirty="0">
                <a:solidFill>
                  <a:schemeClr val="bg1"/>
                </a:solidFill>
              </a:rPr>
            </a:b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select </a:t>
            </a:r>
            <a:r>
              <a:rPr lang="en-IN" sz="1600" b="1" u="sng" dirty="0" err="1">
                <a:solidFill>
                  <a:schemeClr val="bg1"/>
                </a:solidFill>
              </a:rPr>
              <a:t>s.student_id</a:t>
            </a:r>
            <a:r>
              <a:rPr lang="en-IN" sz="1600" b="1" u="sng" dirty="0">
                <a:solidFill>
                  <a:schemeClr val="bg1"/>
                </a:solidFill>
              </a:rPr>
              <a:t>, </a:t>
            </a:r>
            <a:r>
              <a:rPr lang="en-IN" sz="1600" b="1" u="sng" dirty="0" err="1">
                <a:solidFill>
                  <a:schemeClr val="bg1"/>
                </a:solidFill>
              </a:rPr>
              <a:t>s.student_name</a:t>
            </a:r>
            <a:r>
              <a:rPr lang="en-IN" sz="1600" b="1" u="sng" dirty="0">
                <a:solidFill>
                  <a:schemeClr val="bg1"/>
                </a:solidFill>
              </a:rPr>
              <a:t>, </a:t>
            </a:r>
            <a:r>
              <a:rPr lang="en-IN" sz="1600" b="1" u="sng" dirty="0" err="1">
                <a:solidFill>
                  <a:schemeClr val="bg1"/>
                </a:solidFill>
              </a:rPr>
              <a:t>p.Amount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from Student s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inner join </a:t>
            </a:r>
            <a:r>
              <a:rPr lang="en-IN" sz="1600" b="1" u="sng" dirty="0" err="1">
                <a:solidFill>
                  <a:schemeClr val="bg1"/>
                </a:solidFill>
              </a:rPr>
              <a:t>Enrollment</a:t>
            </a:r>
            <a:r>
              <a:rPr lang="en-IN" sz="1600" b="1" u="sng" dirty="0">
                <a:solidFill>
                  <a:schemeClr val="bg1"/>
                </a:solidFill>
              </a:rPr>
              <a:t> e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on </a:t>
            </a:r>
            <a:r>
              <a:rPr lang="en-IN" sz="1600" b="1" u="sng" dirty="0" err="1">
                <a:solidFill>
                  <a:schemeClr val="bg1"/>
                </a:solidFill>
              </a:rPr>
              <a:t>s.student_id</a:t>
            </a:r>
            <a:r>
              <a:rPr lang="en-IN" sz="1600" b="1" u="sng" dirty="0">
                <a:solidFill>
                  <a:schemeClr val="bg1"/>
                </a:solidFill>
              </a:rPr>
              <a:t>=</a:t>
            </a:r>
            <a:r>
              <a:rPr lang="en-IN" sz="1600" b="1" u="sng" dirty="0" err="1">
                <a:solidFill>
                  <a:schemeClr val="bg1"/>
                </a:solidFill>
              </a:rPr>
              <a:t>e.student_id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inner join Payment p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on </a:t>
            </a:r>
            <a:r>
              <a:rPr lang="en-IN" sz="1600" b="1" u="sng" dirty="0" err="1">
                <a:solidFill>
                  <a:schemeClr val="bg1"/>
                </a:solidFill>
              </a:rPr>
              <a:t>e.enrollment_id</a:t>
            </a:r>
            <a:r>
              <a:rPr lang="en-IN" sz="1600" b="1" u="sng" dirty="0">
                <a:solidFill>
                  <a:schemeClr val="bg1"/>
                </a:solidFill>
              </a:rPr>
              <a:t>=</a:t>
            </a:r>
            <a:r>
              <a:rPr lang="en-IN" sz="1600" b="1" u="sng" dirty="0" err="1">
                <a:solidFill>
                  <a:schemeClr val="bg1"/>
                </a:solidFill>
              </a:rPr>
              <a:t>p.enrollment_id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where </a:t>
            </a:r>
            <a:r>
              <a:rPr lang="en-IN" sz="1600" b="1" u="sng" dirty="0" err="1">
                <a:solidFill>
                  <a:schemeClr val="bg1"/>
                </a:solidFill>
              </a:rPr>
              <a:t>p.Amount</a:t>
            </a:r>
            <a:r>
              <a:rPr lang="en-IN" sz="1600" b="1" u="sng" dirty="0">
                <a:solidFill>
                  <a:schemeClr val="bg1"/>
                </a:solidFill>
              </a:rPr>
              <a:t> &gt;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(select </a:t>
            </a:r>
            <a:r>
              <a:rPr lang="en-IN" sz="1600" b="1" u="sng" dirty="0" err="1">
                <a:solidFill>
                  <a:schemeClr val="bg1"/>
                </a:solidFill>
              </a:rPr>
              <a:t>avg</a:t>
            </a:r>
            <a:r>
              <a:rPr lang="en-IN" sz="1600" b="1" u="sng" dirty="0">
                <a:solidFill>
                  <a:schemeClr val="bg1"/>
                </a:solidFill>
              </a:rPr>
              <a:t>(</a:t>
            </a:r>
            <a:r>
              <a:rPr lang="en-IN" sz="1600" b="1" u="sng" dirty="0" err="1">
                <a:solidFill>
                  <a:schemeClr val="bg1"/>
                </a:solidFill>
              </a:rPr>
              <a:t>p.Amount</a:t>
            </a:r>
            <a:r>
              <a:rPr lang="en-IN" sz="1600" b="1" u="sng" dirty="0">
                <a:solidFill>
                  <a:schemeClr val="bg1"/>
                </a:solidFill>
              </a:rPr>
              <a:t>) as </a:t>
            </a:r>
            <a:r>
              <a:rPr lang="en-IN" sz="1600" b="1" u="sng" dirty="0" err="1">
                <a:solidFill>
                  <a:schemeClr val="bg1"/>
                </a:solidFill>
              </a:rPr>
              <a:t>avg_amount</a:t>
            </a:r>
            <a:r>
              <a:rPr lang="en-IN" sz="1600" b="1" u="sng" dirty="0">
                <a:solidFill>
                  <a:schemeClr val="bg1"/>
                </a:solidFill>
              </a:rPr>
              <a:t> 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from Payment p);</a:t>
            </a:r>
          </a:p>
        </p:txBody>
      </p:sp>
    </p:spTree>
    <p:extLst>
      <p:ext uri="{BB962C8B-B14F-4D97-AF65-F5344CB8AC3E}">
        <p14:creationId xmlns:p14="http://schemas.microsoft.com/office/powerpoint/2010/main" val="16817196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B80AB-467C-D270-DEAC-75DFCB23A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5417D-CA18-804A-2546-BAEB86AF9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4CFA8E-4E78-7EE3-0DED-138AF381B0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CE8FC1-0684-6357-6F8C-AAA7374321CE}"/>
              </a:ext>
            </a:extLst>
          </p:cNvPr>
          <p:cNvSpPr txBox="1"/>
          <p:nvPr/>
        </p:nvSpPr>
        <p:spPr>
          <a:xfrm>
            <a:off x="127819" y="157316"/>
            <a:ext cx="115234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i="1" dirty="0">
                <a:solidFill>
                  <a:schemeClr val="bg1"/>
                </a:solidFill>
              </a:rPr>
              <a:t>Display the instructor with the highest rating</a:t>
            </a:r>
            <a:endParaRPr lang="en-IN" sz="1600" b="1" i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524EF1-DC81-6B90-E741-CA1650022505}"/>
              </a:ext>
            </a:extLst>
          </p:cNvPr>
          <p:cNvSpPr txBox="1"/>
          <p:nvPr/>
        </p:nvSpPr>
        <p:spPr>
          <a:xfrm>
            <a:off x="7169396" y="2172510"/>
            <a:ext cx="285135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u="sng" dirty="0">
                <a:solidFill>
                  <a:schemeClr val="bg1"/>
                </a:solidFill>
              </a:rPr>
              <a:t>SYNTAX : </a:t>
            </a:r>
            <a:br>
              <a:rPr lang="en-US" sz="1600" b="1" i="1" u="sng" dirty="0">
                <a:solidFill>
                  <a:schemeClr val="bg1"/>
                </a:solidFill>
              </a:rPr>
            </a:b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select * from Instructor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where  Rating = 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(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select MAX(Rating)   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 from  Instructor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);</a:t>
            </a:r>
            <a:endParaRPr lang="en-IN" sz="1600" b="1" u="sng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9D0D59-952E-7C15-4B7E-4D1F4F9C7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44" y="2172510"/>
            <a:ext cx="6517108" cy="19445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4FB978-0F5E-21AC-40CC-BFB704C50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144" y="944938"/>
            <a:ext cx="8129598" cy="96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4291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D77AE-407B-7A70-911C-83103AF44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961C8-53BA-26A0-446E-48FAD140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47FE51-3AFF-C35B-44A3-6FDFFC08D2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3539D3-974F-F4EA-87E4-43A7BCDAC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3" y="878703"/>
            <a:ext cx="7381174" cy="12388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6A17FF-D229-D7CE-9520-9A0BEE5D0B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42" y="2341143"/>
            <a:ext cx="6761741" cy="30112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AB6D53F-802C-4D63-F86B-97FB8EE6393E}"/>
              </a:ext>
            </a:extLst>
          </p:cNvPr>
          <p:cNvSpPr txBox="1"/>
          <p:nvPr/>
        </p:nvSpPr>
        <p:spPr>
          <a:xfrm>
            <a:off x="91342" y="147484"/>
            <a:ext cx="11491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bg1"/>
                </a:solidFill>
              </a:rPr>
              <a:t>Display the names of students who are enrolled in the course "SQL for Beginners".</a:t>
            </a:r>
            <a:endParaRPr lang="en-IN" b="1" i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95B7FB-DE26-F4FC-813F-646CA0807F6A}"/>
              </a:ext>
            </a:extLst>
          </p:cNvPr>
          <p:cNvSpPr txBox="1"/>
          <p:nvPr/>
        </p:nvSpPr>
        <p:spPr>
          <a:xfrm>
            <a:off x="7197213" y="2428568"/>
            <a:ext cx="453267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u="sng" dirty="0">
                <a:solidFill>
                  <a:schemeClr val="bg1"/>
                </a:solidFill>
              </a:rPr>
              <a:t>SYNTAX : </a:t>
            </a:r>
            <a:br>
              <a:rPr lang="en-US" sz="1600" b="1" u="sng" dirty="0">
                <a:solidFill>
                  <a:schemeClr val="bg1"/>
                </a:solidFill>
              </a:rPr>
            </a:b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select * from Student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where </a:t>
            </a:r>
            <a:r>
              <a:rPr lang="en-US" sz="1600" b="1" u="sng" dirty="0" err="1">
                <a:solidFill>
                  <a:schemeClr val="bg1"/>
                </a:solidFill>
              </a:rPr>
              <a:t>student_id</a:t>
            </a:r>
            <a:r>
              <a:rPr lang="en-US" sz="1600" b="1" u="sng" dirty="0">
                <a:solidFill>
                  <a:schemeClr val="bg1"/>
                </a:solidFill>
              </a:rPr>
              <a:t> in 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(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select </a:t>
            </a:r>
            <a:r>
              <a:rPr lang="en-US" sz="1600" b="1" u="sng" dirty="0" err="1">
                <a:solidFill>
                  <a:schemeClr val="bg1"/>
                </a:solidFill>
              </a:rPr>
              <a:t>student_id</a:t>
            </a:r>
            <a:r>
              <a:rPr lang="en-US" sz="1600" b="1" u="sng" dirty="0">
                <a:solidFill>
                  <a:schemeClr val="bg1"/>
                </a:solidFill>
              </a:rPr>
              <a:t> from Enrollment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where </a:t>
            </a:r>
            <a:r>
              <a:rPr lang="en-US" sz="1600" b="1" u="sng" dirty="0" err="1">
                <a:solidFill>
                  <a:schemeClr val="bg1"/>
                </a:solidFill>
              </a:rPr>
              <a:t>course_id</a:t>
            </a:r>
            <a:r>
              <a:rPr lang="en-US" sz="1600" b="1" u="sng" dirty="0">
                <a:solidFill>
                  <a:schemeClr val="bg1"/>
                </a:solidFill>
              </a:rPr>
              <a:t> =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(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select </a:t>
            </a:r>
            <a:r>
              <a:rPr lang="en-US" sz="1600" b="1" u="sng" dirty="0" err="1">
                <a:solidFill>
                  <a:schemeClr val="bg1"/>
                </a:solidFill>
              </a:rPr>
              <a:t>course_id</a:t>
            </a:r>
            <a:r>
              <a:rPr lang="en-US" sz="1600" b="1" u="sng" dirty="0">
                <a:solidFill>
                  <a:schemeClr val="bg1"/>
                </a:solidFill>
              </a:rPr>
              <a:t> from Course 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where </a:t>
            </a:r>
            <a:r>
              <a:rPr lang="en-US" sz="1600" b="1" u="sng" dirty="0" err="1">
                <a:solidFill>
                  <a:schemeClr val="bg1"/>
                </a:solidFill>
              </a:rPr>
              <a:t>course_name</a:t>
            </a:r>
            <a:r>
              <a:rPr lang="en-US" sz="1600" b="1" u="sng" dirty="0">
                <a:solidFill>
                  <a:schemeClr val="bg1"/>
                </a:solidFill>
              </a:rPr>
              <a:t>="SQL for Beginners“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)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);</a:t>
            </a:r>
            <a:endParaRPr lang="en-IN" sz="1600" b="1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0195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2B8FA-4797-494B-DCDD-195E56516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84E8F-6E6B-D980-E3E2-66767C9A8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E01A9E-C6BD-9119-D973-55DD85CCFF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5826D4-F7ED-E441-EE79-EF69F781D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0" y="1042219"/>
            <a:ext cx="7314066" cy="10000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29B820-2207-5761-6CEB-0E739319FB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91" y="2172929"/>
            <a:ext cx="5142273" cy="38887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352720-20FF-EA61-3AB3-A09C89CACFAE}"/>
              </a:ext>
            </a:extLst>
          </p:cNvPr>
          <p:cNvSpPr txBox="1"/>
          <p:nvPr/>
        </p:nvSpPr>
        <p:spPr>
          <a:xfrm>
            <a:off x="5648632" y="2416436"/>
            <a:ext cx="421803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u="sng" dirty="0">
                <a:solidFill>
                  <a:schemeClr val="bg1"/>
                </a:solidFill>
              </a:rPr>
              <a:t>SYNTAX :</a:t>
            </a:r>
            <a:br>
              <a:rPr lang="en-US" sz="1600" b="1" u="sng" dirty="0">
                <a:solidFill>
                  <a:schemeClr val="bg1"/>
                </a:solidFill>
              </a:rPr>
            </a:b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select * from Instructor 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where </a:t>
            </a:r>
            <a:r>
              <a:rPr lang="en-US" sz="1600" b="1" u="sng" dirty="0" err="1">
                <a:solidFill>
                  <a:schemeClr val="bg1"/>
                </a:solidFill>
              </a:rPr>
              <a:t>instructor_id</a:t>
            </a:r>
            <a:r>
              <a:rPr lang="en-US" sz="1600" b="1" u="sng" dirty="0">
                <a:solidFill>
                  <a:schemeClr val="bg1"/>
                </a:solidFill>
              </a:rPr>
              <a:t> =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(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select </a:t>
            </a:r>
            <a:r>
              <a:rPr lang="en-US" sz="1600" b="1" u="sng" dirty="0" err="1">
                <a:solidFill>
                  <a:schemeClr val="bg1"/>
                </a:solidFill>
              </a:rPr>
              <a:t>instructor_id</a:t>
            </a:r>
            <a:r>
              <a:rPr lang="en-US" sz="1600" b="1" u="sng" dirty="0">
                <a:solidFill>
                  <a:schemeClr val="bg1"/>
                </a:solidFill>
              </a:rPr>
              <a:t> from Course 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where Price =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(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select max(Price) as </a:t>
            </a:r>
            <a:r>
              <a:rPr lang="en-US" sz="1600" b="1" u="sng" dirty="0" err="1">
                <a:solidFill>
                  <a:schemeClr val="bg1"/>
                </a:solidFill>
              </a:rPr>
              <a:t>high_fess</a:t>
            </a:r>
            <a:r>
              <a:rPr lang="en-US" sz="1600" b="1" u="sng" dirty="0">
                <a:solidFill>
                  <a:schemeClr val="bg1"/>
                </a:solidFill>
              </a:rPr>
              <a:t> 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from Course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)</a:t>
            </a:r>
            <a:br>
              <a:rPr lang="en-US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); </a:t>
            </a:r>
            <a:endParaRPr lang="en-IN" sz="1600" b="1" u="sng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1B77A6-2E5E-378B-5A7E-9A50C93A85D0}"/>
              </a:ext>
            </a:extLst>
          </p:cNvPr>
          <p:cNvSpPr txBox="1"/>
          <p:nvPr/>
        </p:nvSpPr>
        <p:spPr>
          <a:xfrm>
            <a:off x="147484" y="137652"/>
            <a:ext cx="11552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bg1"/>
                </a:solidFill>
              </a:rPr>
              <a:t>Display the Instructor Name who teaches the course with the highest fee.</a:t>
            </a:r>
            <a:endParaRPr lang="en-IN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12886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673B3-31E8-78CD-FADF-752FE7FA1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44F99-2816-4AC7-F8E7-1DD4F7E6C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3693FF-C4AE-7594-0677-276DAFEFA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617147-F0C6-B68D-52D1-D7412A5A5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29" y="830870"/>
            <a:ext cx="4336026" cy="60271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5BC3F9-E81B-6CC6-B7D9-A2103AF927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4278" y="830869"/>
            <a:ext cx="3665993" cy="39279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543610-9E43-FC3A-6846-BD049C8991C4}"/>
              </a:ext>
            </a:extLst>
          </p:cNvPr>
          <p:cNvSpPr txBox="1"/>
          <p:nvPr/>
        </p:nvSpPr>
        <p:spPr>
          <a:xfrm>
            <a:off x="8278761" y="924232"/>
            <a:ext cx="344129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i="1" u="sng" dirty="0">
                <a:solidFill>
                  <a:schemeClr val="bg1"/>
                </a:solidFill>
              </a:rPr>
              <a:t>SYNTAX :</a:t>
            </a:r>
            <a:br>
              <a:rPr lang="en-IN" sz="1600" b="1" u="sng" dirty="0">
                <a:solidFill>
                  <a:schemeClr val="bg1"/>
                </a:solidFill>
              </a:rPr>
            </a:b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select </a:t>
            </a:r>
            <a:r>
              <a:rPr lang="en-IN" sz="1600" b="1" u="sng" dirty="0" err="1">
                <a:solidFill>
                  <a:schemeClr val="bg1"/>
                </a:solidFill>
              </a:rPr>
              <a:t>student_id</a:t>
            </a:r>
            <a:r>
              <a:rPr lang="en-IN" sz="1600" b="1" u="sng" dirty="0">
                <a:solidFill>
                  <a:schemeClr val="bg1"/>
                </a:solidFill>
              </a:rPr>
              <a:t>,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 err="1">
                <a:solidFill>
                  <a:schemeClr val="bg1"/>
                </a:solidFill>
              </a:rPr>
              <a:t>student_name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from Student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where </a:t>
            </a:r>
            <a:r>
              <a:rPr lang="en-IN" sz="1600" b="1" u="sng" dirty="0" err="1">
                <a:solidFill>
                  <a:schemeClr val="bg1"/>
                </a:solidFill>
              </a:rPr>
              <a:t>student_id</a:t>
            </a:r>
            <a:r>
              <a:rPr lang="en-IN" sz="1600" b="1" u="sng" dirty="0">
                <a:solidFill>
                  <a:schemeClr val="bg1"/>
                </a:solidFill>
              </a:rPr>
              <a:t> IN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(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select </a:t>
            </a:r>
            <a:r>
              <a:rPr lang="en-IN" sz="1600" b="1" u="sng" dirty="0" err="1">
                <a:solidFill>
                  <a:schemeClr val="bg1"/>
                </a:solidFill>
              </a:rPr>
              <a:t>e.student_id</a:t>
            </a:r>
            <a:r>
              <a:rPr lang="en-IN" sz="1600" b="1" u="sng" dirty="0">
                <a:solidFill>
                  <a:schemeClr val="bg1"/>
                </a:solidFill>
              </a:rPr>
              <a:t> 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from </a:t>
            </a:r>
            <a:r>
              <a:rPr lang="en-IN" sz="1600" b="1" u="sng" dirty="0" err="1">
                <a:solidFill>
                  <a:schemeClr val="bg1"/>
                </a:solidFill>
              </a:rPr>
              <a:t>Enrollment</a:t>
            </a:r>
            <a:r>
              <a:rPr lang="en-IN" sz="1600" b="1" u="sng" dirty="0">
                <a:solidFill>
                  <a:schemeClr val="bg1"/>
                </a:solidFill>
              </a:rPr>
              <a:t> e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join Payment p    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on </a:t>
            </a:r>
            <a:r>
              <a:rPr lang="en-IN" sz="1600" b="1" u="sng" dirty="0" err="1">
                <a:solidFill>
                  <a:schemeClr val="bg1"/>
                </a:solidFill>
              </a:rPr>
              <a:t>e.enrollment_id</a:t>
            </a:r>
            <a:r>
              <a:rPr lang="en-IN" sz="1600" b="1" u="sng" dirty="0">
                <a:solidFill>
                  <a:schemeClr val="bg1"/>
                </a:solidFill>
              </a:rPr>
              <a:t> = </a:t>
            </a:r>
            <a:r>
              <a:rPr lang="en-IN" sz="1600" b="1" u="sng" dirty="0" err="1">
                <a:solidFill>
                  <a:schemeClr val="bg1"/>
                </a:solidFill>
              </a:rPr>
              <a:t>p.enrollment_id</a:t>
            </a:r>
            <a:r>
              <a:rPr lang="en-IN" sz="1600" b="1" u="sng" dirty="0">
                <a:solidFill>
                  <a:schemeClr val="bg1"/>
                </a:solidFill>
              </a:rPr>
              <a:t>     where </a:t>
            </a:r>
            <a:r>
              <a:rPr lang="en-IN" sz="1600" b="1" u="sng" dirty="0" err="1">
                <a:solidFill>
                  <a:schemeClr val="bg1"/>
                </a:solidFill>
              </a:rPr>
              <a:t>payment_status</a:t>
            </a:r>
            <a:r>
              <a:rPr lang="en-IN" sz="1600" b="1" u="sng" dirty="0">
                <a:solidFill>
                  <a:schemeClr val="bg1"/>
                </a:solidFill>
              </a:rPr>
              <a:t> ="success“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39150E-3092-91E7-1B71-4DAE2DD927F1}"/>
              </a:ext>
            </a:extLst>
          </p:cNvPr>
          <p:cNvSpPr txBox="1"/>
          <p:nvPr/>
        </p:nvSpPr>
        <p:spPr>
          <a:xfrm>
            <a:off x="39329" y="108155"/>
            <a:ext cx="11779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bg1"/>
                </a:solidFill>
              </a:rPr>
              <a:t>Display the Student ID and Student Name of students whose Student ID payment status is </a:t>
            </a:r>
            <a:r>
              <a:rPr lang="en-US" b="1" i="1" dirty="0" err="1">
                <a:solidFill>
                  <a:schemeClr val="bg1"/>
                </a:solidFill>
              </a:rPr>
              <a:t>successfull</a:t>
            </a:r>
            <a:r>
              <a:rPr lang="en-US" b="1" i="1" dirty="0">
                <a:solidFill>
                  <a:schemeClr val="bg1"/>
                </a:solidFill>
              </a:rPr>
              <a:t> in the Payments table.</a:t>
            </a:r>
            <a:endParaRPr lang="en-IN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2229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95AFF-0ACA-4B3F-1F19-4365D919A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0287F-5A46-FC24-1950-EA58FE44E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23701D-EC81-8434-7633-41239C19BD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1E9F6D-5AF7-D2B1-E65B-859897CAAFDE}"/>
              </a:ext>
            </a:extLst>
          </p:cNvPr>
          <p:cNvSpPr txBox="1"/>
          <p:nvPr/>
        </p:nvSpPr>
        <p:spPr>
          <a:xfrm>
            <a:off x="1602658" y="1356852"/>
            <a:ext cx="9478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CC3950-BEFC-672B-F8EC-655A3DDC5D40}"/>
              </a:ext>
            </a:extLst>
          </p:cNvPr>
          <p:cNvSpPr txBox="1"/>
          <p:nvPr/>
        </p:nvSpPr>
        <p:spPr>
          <a:xfrm>
            <a:off x="1278194" y="1189703"/>
            <a:ext cx="95962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i="1" u="sng" dirty="0">
                <a:solidFill>
                  <a:schemeClr val="bg1"/>
                </a:solidFill>
              </a:rPr>
              <a:t>VIEWS</a:t>
            </a:r>
            <a:br>
              <a:rPr lang="en-IN" sz="7200" b="1" i="1" u="sng" dirty="0">
                <a:solidFill>
                  <a:schemeClr val="bg1"/>
                </a:solidFill>
              </a:rPr>
            </a:br>
            <a:r>
              <a:rPr lang="en-IN" sz="7200" b="1" i="1" u="sng" dirty="0">
                <a:solidFill>
                  <a:schemeClr val="bg1"/>
                </a:solidFill>
              </a:rPr>
              <a:t>QUERY</a:t>
            </a:r>
          </a:p>
        </p:txBody>
      </p:sp>
    </p:spTree>
    <p:extLst>
      <p:ext uri="{BB962C8B-B14F-4D97-AF65-F5344CB8AC3E}">
        <p14:creationId xmlns:p14="http://schemas.microsoft.com/office/powerpoint/2010/main" val="27540692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06C2-583A-979A-4148-2C8D64308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09D5D-1388-6CA6-D7ED-DF8DC968D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C26FF8-BD31-E6DF-C442-A0F4011F2F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E65F800-FD20-0C2E-F154-1185EA4B9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86348"/>
            <a:ext cx="5407742" cy="54716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79EC65-7DC4-E1D8-6B79-208CF9E3DC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6065" y="1415844"/>
            <a:ext cx="2949196" cy="53192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3D71A6-DD0E-A5F2-F7FB-01F75F4D68A7}"/>
              </a:ext>
            </a:extLst>
          </p:cNvPr>
          <p:cNvSpPr txBox="1"/>
          <p:nvPr/>
        </p:nvSpPr>
        <p:spPr>
          <a:xfrm>
            <a:off x="8544232" y="1386348"/>
            <a:ext cx="340196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i="1" u="sng" dirty="0">
                <a:solidFill>
                  <a:schemeClr val="bg1"/>
                </a:solidFill>
              </a:rPr>
              <a:t>SYNTAX : </a:t>
            </a:r>
            <a:br>
              <a:rPr lang="en-IN" sz="1600" b="1" u="sng" dirty="0">
                <a:solidFill>
                  <a:schemeClr val="bg1"/>
                </a:solidFill>
              </a:rPr>
            </a:b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CREATE VIEW </a:t>
            </a:r>
            <a:r>
              <a:rPr lang="en-IN" sz="1600" b="1" u="sng" dirty="0" err="1">
                <a:solidFill>
                  <a:schemeClr val="bg1"/>
                </a:solidFill>
              </a:rPr>
              <a:t>student_enrollment_view</a:t>
            </a:r>
            <a:r>
              <a:rPr lang="en-IN" sz="1600" b="1" u="sng" dirty="0">
                <a:solidFill>
                  <a:schemeClr val="bg1"/>
                </a:solidFill>
              </a:rPr>
              <a:t> 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as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select </a:t>
            </a:r>
            <a:r>
              <a:rPr lang="en-IN" sz="1600" b="1" dirty="0">
                <a:solidFill>
                  <a:schemeClr val="bg1"/>
                </a:solidFill>
              </a:rPr>
              <a:t>   </a:t>
            </a:r>
            <a:r>
              <a:rPr lang="en-IN" sz="1600" b="1" u="sng" dirty="0" err="1">
                <a:solidFill>
                  <a:schemeClr val="bg1"/>
                </a:solidFill>
              </a:rPr>
              <a:t>s.student_id</a:t>
            </a:r>
            <a:r>
              <a:rPr lang="en-IN" sz="1600" b="1" u="sng" dirty="0">
                <a:solidFill>
                  <a:schemeClr val="bg1"/>
                </a:solidFill>
              </a:rPr>
              <a:t>,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 err="1">
                <a:solidFill>
                  <a:schemeClr val="bg1"/>
                </a:solidFill>
              </a:rPr>
              <a:t>s.student_name</a:t>
            </a:r>
            <a:r>
              <a:rPr lang="en-IN" sz="1600" b="1" u="sng" dirty="0">
                <a:solidFill>
                  <a:schemeClr val="bg1"/>
                </a:solidFill>
              </a:rPr>
              <a:t>,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 err="1">
                <a:solidFill>
                  <a:schemeClr val="bg1"/>
                </a:solidFill>
              </a:rPr>
              <a:t>c.course_name</a:t>
            </a:r>
            <a:r>
              <a:rPr lang="en-IN" sz="1600" b="1" u="sng" dirty="0">
                <a:solidFill>
                  <a:schemeClr val="bg1"/>
                </a:solidFill>
              </a:rPr>
              <a:t>,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 err="1">
                <a:solidFill>
                  <a:schemeClr val="bg1"/>
                </a:solidFill>
              </a:rPr>
              <a:t>i.instructor_name</a:t>
            </a:r>
            <a:r>
              <a:rPr lang="en-IN" sz="1600" b="1" u="sng" dirty="0">
                <a:solidFill>
                  <a:schemeClr val="bg1"/>
                </a:solidFill>
              </a:rPr>
              <a:t>,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 err="1">
                <a:solidFill>
                  <a:schemeClr val="bg1"/>
                </a:solidFill>
              </a:rPr>
              <a:t>e.enrollment_date</a:t>
            </a:r>
            <a:r>
              <a:rPr lang="en-IN" sz="1600" b="1" u="sng" dirty="0">
                <a:solidFill>
                  <a:schemeClr val="bg1"/>
                </a:solidFill>
              </a:rPr>
              <a:t>,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 err="1">
                <a:solidFill>
                  <a:schemeClr val="bg1"/>
                </a:solidFill>
              </a:rPr>
              <a:t>e.E_status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from Student s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inner join </a:t>
            </a:r>
            <a:r>
              <a:rPr lang="en-IN" sz="1600" b="1" u="sng" dirty="0" err="1">
                <a:solidFill>
                  <a:schemeClr val="bg1"/>
                </a:solidFill>
              </a:rPr>
              <a:t>Enrollment</a:t>
            </a:r>
            <a:r>
              <a:rPr lang="en-IN" sz="1600" b="1" u="sng" dirty="0">
                <a:solidFill>
                  <a:schemeClr val="bg1"/>
                </a:solidFill>
              </a:rPr>
              <a:t> e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on </a:t>
            </a:r>
            <a:r>
              <a:rPr lang="en-IN" sz="1600" b="1" u="sng" dirty="0" err="1">
                <a:solidFill>
                  <a:schemeClr val="bg1"/>
                </a:solidFill>
              </a:rPr>
              <a:t>s.student_id</a:t>
            </a:r>
            <a:r>
              <a:rPr lang="en-IN" sz="1600" b="1" u="sng" dirty="0">
                <a:solidFill>
                  <a:schemeClr val="bg1"/>
                </a:solidFill>
              </a:rPr>
              <a:t>=</a:t>
            </a:r>
            <a:r>
              <a:rPr lang="en-IN" sz="1600" b="1" u="sng" dirty="0" err="1">
                <a:solidFill>
                  <a:schemeClr val="bg1"/>
                </a:solidFill>
              </a:rPr>
              <a:t>e.student_id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inner join Course c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on </a:t>
            </a:r>
            <a:r>
              <a:rPr lang="en-IN" sz="1600" b="1" u="sng" dirty="0" err="1">
                <a:solidFill>
                  <a:schemeClr val="bg1"/>
                </a:solidFill>
              </a:rPr>
              <a:t>c.course_id</a:t>
            </a:r>
            <a:r>
              <a:rPr lang="en-IN" sz="1600" b="1" u="sng" dirty="0">
                <a:solidFill>
                  <a:schemeClr val="bg1"/>
                </a:solidFill>
              </a:rPr>
              <a:t>= </a:t>
            </a:r>
            <a:r>
              <a:rPr lang="en-IN" sz="1600" b="1" u="sng" dirty="0" err="1">
                <a:solidFill>
                  <a:schemeClr val="bg1"/>
                </a:solidFill>
              </a:rPr>
              <a:t>e.course_id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inner join Instructor I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on </a:t>
            </a:r>
            <a:r>
              <a:rPr lang="en-IN" sz="1600" b="1" u="sng" dirty="0" err="1">
                <a:solidFill>
                  <a:schemeClr val="bg1"/>
                </a:solidFill>
              </a:rPr>
              <a:t>c.instructor_id</a:t>
            </a:r>
            <a:r>
              <a:rPr lang="en-IN" sz="1600" b="1" u="sng" dirty="0">
                <a:solidFill>
                  <a:schemeClr val="bg1"/>
                </a:solidFill>
              </a:rPr>
              <a:t>=</a:t>
            </a:r>
            <a:r>
              <a:rPr lang="en-IN" sz="1600" b="1" u="sng" dirty="0" err="1">
                <a:solidFill>
                  <a:schemeClr val="bg1"/>
                </a:solidFill>
              </a:rPr>
              <a:t>i.instructor_id</a:t>
            </a:r>
            <a:r>
              <a:rPr lang="en-IN" sz="1600" b="1" u="sng" dirty="0">
                <a:solidFill>
                  <a:schemeClr val="bg1"/>
                </a:solidFill>
              </a:rPr>
              <a:t>;</a:t>
            </a:r>
            <a:br>
              <a:rPr lang="en-IN" sz="1600" b="1" u="sng" dirty="0">
                <a:solidFill>
                  <a:schemeClr val="bg1"/>
                </a:solidFill>
              </a:rPr>
            </a:b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US" sz="1600" b="1" u="sng" dirty="0">
                <a:solidFill>
                  <a:schemeClr val="bg1"/>
                </a:solidFill>
              </a:rPr>
              <a:t>select * from </a:t>
            </a:r>
            <a:r>
              <a:rPr lang="en-US" sz="1600" b="1" u="sng" dirty="0" err="1">
                <a:solidFill>
                  <a:schemeClr val="bg1"/>
                </a:solidFill>
              </a:rPr>
              <a:t>student_enrollment_view</a:t>
            </a:r>
            <a:r>
              <a:rPr lang="en-US" sz="1600" b="1" u="sng" dirty="0">
                <a:solidFill>
                  <a:schemeClr val="bg1"/>
                </a:solidFill>
              </a:rPr>
              <a:t>;</a:t>
            </a:r>
            <a:endParaRPr lang="en-IN" sz="1600" b="1" u="sng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4B404F-E1DB-85BB-43A3-7D51B9C04298}"/>
              </a:ext>
            </a:extLst>
          </p:cNvPr>
          <p:cNvSpPr txBox="1"/>
          <p:nvPr/>
        </p:nvSpPr>
        <p:spPr>
          <a:xfrm>
            <a:off x="108155" y="137652"/>
            <a:ext cx="11749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solidFill>
                  <a:schemeClr val="bg1"/>
                </a:solidFill>
              </a:rPr>
              <a:t>Student Enrollment View</a:t>
            </a:r>
            <a:br>
              <a:rPr lang="en-US" b="1" i="1" dirty="0">
                <a:solidFill>
                  <a:schemeClr val="bg1"/>
                </a:solidFill>
              </a:rPr>
            </a:br>
            <a:r>
              <a:rPr lang="en-US" b="1" i="1" dirty="0">
                <a:solidFill>
                  <a:schemeClr val="bg1"/>
                </a:solidFill>
              </a:rPr>
              <a:t>Student ID, Student Name, Course Name, Instructor Name, Enrollment Date ,Enrollment Status</a:t>
            </a:r>
            <a:endParaRPr lang="en-IN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51222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64DC1-0D7C-E566-0D5C-952C0771B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7C44E-F553-9FAB-E8C7-24E2E690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4BE325-00D0-5F9C-CAF7-70FFC0BFC9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06F694-ED06-AC2E-030A-2436320EA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7" y="1081548"/>
            <a:ext cx="5063613" cy="57764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B7B561-55C5-A633-B7F4-F7F6E7E23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1264" y="1081548"/>
            <a:ext cx="3244646" cy="50242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522D6E-58B6-0028-1B6D-4C825C5F3FA0}"/>
              </a:ext>
            </a:extLst>
          </p:cNvPr>
          <p:cNvSpPr txBox="1"/>
          <p:nvPr/>
        </p:nvSpPr>
        <p:spPr>
          <a:xfrm>
            <a:off x="8445910" y="1032386"/>
            <a:ext cx="3460955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i="1" u="sng" dirty="0">
                <a:solidFill>
                  <a:schemeClr val="bg1"/>
                </a:solidFill>
              </a:rPr>
              <a:t>SYNTAX : </a:t>
            </a:r>
            <a:br>
              <a:rPr lang="en-IN" sz="1600" b="1" u="sng" dirty="0">
                <a:solidFill>
                  <a:schemeClr val="bg1"/>
                </a:solidFill>
              </a:rPr>
            </a:b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CREATE VIEW </a:t>
            </a:r>
            <a:r>
              <a:rPr lang="en-IN" sz="1600" b="1" u="sng" dirty="0" err="1">
                <a:solidFill>
                  <a:schemeClr val="bg1"/>
                </a:solidFill>
              </a:rPr>
              <a:t>Course_Performance_View</a:t>
            </a:r>
            <a:r>
              <a:rPr lang="en-IN" sz="1600" b="1" u="sng" dirty="0">
                <a:solidFill>
                  <a:schemeClr val="bg1"/>
                </a:solidFill>
              </a:rPr>
              <a:t> AS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SELECT</a:t>
            </a:r>
            <a:r>
              <a:rPr lang="en-IN" sz="1600" b="1" dirty="0">
                <a:solidFill>
                  <a:schemeClr val="bg1"/>
                </a:solidFill>
              </a:rPr>
              <a:t>   </a:t>
            </a:r>
            <a:r>
              <a:rPr lang="en-IN" sz="1600" b="1" u="sng" dirty="0">
                <a:solidFill>
                  <a:schemeClr val="bg1"/>
                </a:solidFill>
              </a:rPr>
              <a:t> </a:t>
            </a:r>
            <a:r>
              <a:rPr lang="en-IN" sz="1600" b="1" u="sng" dirty="0" err="1">
                <a:solidFill>
                  <a:schemeClr val="bg1"/>
                </a:solidFill>
              </a:rPr>
              <a:t>c.course_id</a:t>
            </a:r>
            <a:r>
              <a:rPr lang="en-IN" sz="1600" b="1" u="sng" dirty="0">
                <a:solidFill>
                  <a:schemeClr val="bg1"/>
                </a:solidFill>
              </a:rPr>
              <a:t>,    </a:t>
            </a:r>
            <a:r>
              <a:rPr lang="en-IN" sz="1600" b="1" u="sng" dirty="0" err="1">
                <a:solidFill>
                  <a:schemeClr val="bg1"/>
                </a:solidFill>
              </a:rPr>
              <a:t>c.course_name</a:t>
            </a:r>
            <a:r>
              <a:rPr lang="en-IN" sz="1600" b="1" u="sng" dirty="0">
                <a:solidFill>
                  <a:schemeClr val="bg1"/>
                </a:solidFill>
              </a:rPr>
              <a:t>,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 err="1">
                <a:solidFill>
                  <a:schemeClr val="bg1"/>
                </a:solidFill>
              </a:rPr>
              <a:t>c.price</a:t>
            </a:r>
            <a:r>
              <a:rPr lang="en-IN" sz="1600" b="1" u="sng" dirty="0">
                <a:solidFill>
                  <a:schemeClr val="bg1"/>
                </a:solidFill>
              </a:rPr>
              <a:t> AS </a:t>
            </a:r>
            <a:r>
              <a:rPr lang="en-IN" sz="1600" b="1" u="sng" dirty="0" err="1">
                <a:solidFill>
                  <a:schemeClr val="bg1"/>
                </a:solidFill>
              </a:rPr>
              <a:t>course_fee</a:t>
            </a:r>
            <a:r>
              <a:rPr lang="en-IN" sz="1600" b="1" u="sng" dirty="0">
                <a:solidFill>
                  <a:schemeClr val="bg1"/>
                </a:solidFill>
              </a:rPr>
              <a:t>,    COUNT(</a:t>
            </a:r>
            <a:r>
              <a:rPr lang="en-IN" sz="1600" b="1" u="sng" dirty="0" err="1">
                <a:solidFill>
                  <a:schemeClr val="bg1"/>
                </a:solidFill>
              </a:rPr>
              <a:t>e.student_id</a:t>
            </a:r>
            <a:r>
              <a:rPr lang="en-IN" sz="1600" b="1" u="sng" dirty="0">
                <a:solidFill>
                  <a:schemeClr val="bg1"/>
                </a:solidFill>
              </a:rPr>
              <a:t>) AS </a:t>
            </a:r>
            <a:r>
              <a:rPr lang="en-IN" sz="1600" b="1" u="sng" dirty="0" err="1">
                <a:solidFill>
                  <a:schemeClr val="bg1"/>
                </a:solidFill>
              </a:rPr>
              <a:t>total_students_enrolled</a:t>
            </a:r>
            <a:r>
              <a:rPr lang="en-IN" sz="1600" b="1" u="sng" dirty="0">
                <a:solidFill>
                  <a:schemeClr val="bg1"/>
                </a:solidFill>
              </a:rPr>
              <a:t>,    SUM(</a:t>
            </a:r>
            <a:r>
              <a:rPr lang="en-IN" sz="1600" b="1" u="sng" dirty="0" err="1">
                <a:solidFill>
                  <a:schemeClr val="bg1"/>
                </a:solidFill>
              </a:rPr>
              <a:t>p.Amount</a:t>
            </a:r>
            <a:r>
              <a:rPr lang="en-IN" sz="1600" b="1" u="sng" dirty="0">
                <a:solidFill>
                  <a:schemeClr val="bg1"/>
                </a:solidFill>
              </a:rPr>
              <a:t>) AS </a:t>
            </a:r>
            <a:r>
              <a:rPr lang="en-IN" sz="1600" b="1" u="sng" dirty="0" err="1">
                <a:solidFill>
                  <a:schemeClr val="bg1"/>
                </a:solidFill>
              </a:rPr>
              <a:t>total_revenue_generated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FROM Course c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LEFT JOIN </a:t>
            </a:r>
            <a:r>
              <a:rPr lang="en-IN" sz="1600" b="1" u="sng" dirty="0" err="1">
                <a:solidFill>
                  <a:schemeClr val="bg1"/>
                </a:solidFill>
              </a:rPr>
              <a:t>Enrollment</a:t>
            </a:r>
            <a:r>
              <a:rPr lang="en-IN" sz="1600" b="1" u="sng" dirty="0">
                <a:solidFill>
                  <a:schemeClr val="bg1"/>
                </a:solidFill>
              </a:rPr>
              <a:t> e 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ON </a:t>
            </a:r>
            <a:r>
              <a:rPr lang="en-IN" sz="1600" b="1" u="sng" dirty="0" err="1">
                <a:solidFill>
                  <a:schemeClr val="bg1"/>
                </a:solidFill>
              </a:rPr>
              <a:t>c.course_id</a:t>
            </a:r>
            <a:r>
              <a:rPr lang="en-IN" sz="1600" b="1" u="sng" dirty="0">
                <a:solidFill>
                  <a:schemeClr val="bg1"/>
                </a:solidFill>
              </a:rPr>
              <a:t> = </a:t>
            </a:r>
            <a:r>
              <a:rPr lang="en-IN" sz="1600" b="1" u="sng" dirty="0" err="1">
                <a:solidFill>
                  <a:schemeClr val="bg1"/>
                </a:solidFill>
              </a:rPr>
              <a:t>e.course_id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LEFT JOIN Payment p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ON </a:t>
            </a:r>
            <a:r>
              <a:rPr lang="en-IN" sz="1600" b="1" u="sng" dirty="0" err="1">
                <a:solidFill>
                  <a:schemeClr val="bg1"/>
                </a:solidFill>
              </a:rPr>
              <a:t>e.enrollment_id</a:t>
            </a:r>
            <a:r>
              <a:rPr lang="en-IN" sz="1600" b="1" u="sng" dirty="0">
                <a:solidFill>
                  <a:schemeClr val="bg1"/>
                </a:solidFill>
              </a:rPr>
              <a:t> = </a:t>
            </a:r>
            <a:r>
              <a:rPr lang="en-IN" sz="1600" b="1" u="sng" dirty="0" err="1">
                <a:solidFill>
                  <a:schemeClr val="bg1"/>
                </a:solidFill>
              </a:rPr>
              <a:t>p.enrollment_id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GROUP BY 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 err="1">
                <a:solidFill>
                  <a:schemeClr val="bg1"/>
                </a:solidFill>
              </a:rPr>
              <a:t>c.course_id</a:t>
            </a:r>
            <a:r>
              <a:rPr lang="en-IN" sz="1600" b="1" u="sng" dirty="0">
                <a:solidFill>
                  <a:schemeClr val="bg1"/>
                </a:solidFill>
              </a:rPr>
              <a:t>,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 err="1">
                <a:solidFill>
                  <a:schemeClr val="bg1"/>
                </a:solidFill>
              </a:rPr>
              <a:t>c.course_name</a:t>
            </a:r>
            <a:r>
              <a:rPr lang="en-IN" sz="1600" b="1" u="sng" dirty="0">
                <a:solidFill>
                  <a:schemeClr val="bg1"/>
                </a:solidFill>
              </a:rPr>
              <a:t>,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 err="1">
                <a:solidFill>
                  <a:schemeClr val="bg1"/>
                </a:solidFill>
              </a:rPr>
              <a:t>c.price</a:t>
            </a:r>
            <a:r>
              <a:rPr lang="en-IN" sz="1600" b="1" u="sng" dirty="0">
                <a:solidFill>
                  <a:schemeClr val="bg1"/>
                </a:solidFill>
              </a:rPr>
              <a:t>; </a:t>
            </a:r>
            <a:br>
              <a:rPr lang="en-IN" sz="1600" b="1" u="sng" dirty="0">
                <a:solidFill>
                  <a:schemeClr val="bg1"/>
                </a:solidFill>
              </a:rPr>
            </a:b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select * from  </a:t>
            </a:r>
            <a:r>
              <a:rPr lang="en-IN" sz="1600" b="1" u="sng" dirty="0" err="1">
                <a:solidFill>
                  <a:schemeClr val="bg1"/>
                </a:solidFill>
              </a:rPr>
              <a:t>Course_Performance_View</a:t>
            </a:r>
            <a:r>
              <a:rPr lang="en-IN" sz="1600" b="1" u="sng" dirty="0">
                <a:solidFill>
                  <a:schemeClr val="bg1"/>
                </a:solidFill>
              </a:rPr>
              <a:t> 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E464A6-8854-3AEB-F93F-C6154DA8FF99}"/>
              </a:ext>
            </a:extLst>
          </p:cNvPr>
          <p:cNvSpPr txBox="1"/>
          <p:nvPr/>
        </p:nvSpPr>
        <p:spPr>
          <a:xfrm>
            <a:off x="29497" y="157316"/>
            <a:ext cx="11985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solidFill>
                  <a:schemeClr val="bg1"/>
                </a:solidFill>
              </a:rPr>
              <a:t>Course Performance View</a:t>
            </a:r>
            <a:br>
              <a:rPr lang="en-US" b="1" i="1">
                <a:solidFill>
                  <a:schemeClr val="bg1"/>
                </a:solidFill>
              </a:rPr>
            </a:br>
            <a:r>
              <a:rPr lang="en-US" b="1" i="1">
                <a:solidFill>
                  <a:schemeClr val="bg1"/>
                </a:solidFill>
              </a:rPr>
              <a:t>Course </a:t>
            </a:r>
            <a:r>
              <a:rPr lang="en-US" b="1" i="1" dirty="0">
                <a:solidFill>
                  <a:schemeClr val="bg1"/>
                </a:solidFill>
              </a:rPr>
              <a:t>ID, Course Name, Course Fee, Total Number of Students Enrolled, Total Revenue Generated</a:t>
            </a:r>
            <a:endParaRPr lang="en-IN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7142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9E7C4-04B4-264A-1FD4-4521AC984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8B7D3-36EA-72C2-5A86-756D5F594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1F0BBF-5C12-4B54-51E6-9C2A828435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D508C1-9DE7-2446-437C-19B93BC96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29" y="1052052"/>
            <a:ext cx="5594556" cy="58059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A21DE6-2B07-90EF-A4FC-5FFFB54EF4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317" y="1052052"/>
            <a:ext cx="3034729" cy="43163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99174F-0D0D-6521-4BBD-A87FA746FC2D}"/>
              </a:ext>
            </a:extLst>
          </p:cNvPr>
          <p:cNvSpPr txBox="1"/>
          <p:nvPr/>
        </p:nvSpPr>
        <p:spPr>
          <a:xfrm>
            <a:off x="8793478" y="953729"/>
            <a:ext cx="3126658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i="1" u="sng" dirty="0">
                <a:solidFill>
                  <a:schemeClr val="bg1"/>
                </a:solidFill>
              </a:rPr>
              <a:t>SYNTAX : </a:t>
            </a:r>
            <a:br>
              <a:rPr lang="en-IN" sz="1600" b="1" u="sng" dirty="0">
                <a:solidFill>
                  <a:schemeClr val="bg1"/>
                </a:solidFill>
              </a:rPr>
            </a:b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CREATE VIEW </a:t>
            </a:r>
            <a:r>
              <a:rPr lang="en-IN" sz="1600" b="1" u="sng" dirty="0" err="1">
                <a:solidFill>
                  <a:schemeClr val="bg1"/>
                </a:solidFill>
              </a:rPr>
              <a:t>Student_Payment_View</a:t>
            </a:r>
            <a:r>
              <a:rPr lang="en-IN" sz="1600" b="1" u="sng" dirty="0">
                <a:solidFill>
                  <a:schemeClr val="bg1"/>
                </a:solidFill>
              </a:rPr>
              <a:t> 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AS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SELECT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 err="1">
                <a:solidFill>
                  <a:schemeClr val="bg1"/>
                </a:solidFill>
              </a:rPr>
              <a:t>s.student_id</a:t>
            </a:r>
            <a:r>
              <a:rPr lang="en-IN" sz="1600" b="1" u="sng" dirty="0">
                <a:solidFill>
                  <a:schemeClr val="bg1"/>
                </a:solidFill>
              </a:rPr>
              <a:t>,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 err="1">
                <a:solidFill>
                  <a:schemeClr val="bg1"/>
                </a:solidFill>
              </a:rPr>
              <a:t>s.student_name</a:t>
            </a:r>
            <a:r>
              <a:rPr lang="en-IN" sz="1600" b="1" u="sng" dirty="0">
                <a:solidFill>
                  <a:schemeClr val="bg1"/>
                </a:solidFill>
              </a:rPr>
              <a:t>,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 err="1">
                <a:solidFill>
                  <a:schemeClr val="bg1"/>
                </a:solidFill>
              </a:rPr>
              <a:t>c.course_name</a:t>
            </a:r>
            <a:r>
              <a:rPr lang="en-IN" sz="1600" b="1" u="sng" dirty="0">
                <a:solidFill>
                  <a:schemeClr val="bg1"/>
                </a:solidFill>
              </a:rPr>
              <a:t>,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 err="1">
                <a:solidFill>
                  <a:schemeClr val="bg1"/>
                </a:solidFill>
              </a:rPr>
              <a:t>p.Amount</a:t>
            </a:r>
            <a:r>
              <a:rPr lang="en-IN" sz="1600" b="1" u="sng" dirty="0">
                <a:solidFill>
                  <a:schemeClr val="bg1"/>
                </a:solidFill>
              </a:rPr>
              <a:t> AS </a:t>
            </a:r>
            <a:r>
              <a:rPr lang="en-IN" sz="1600" b="1" u="sng" dirty="0" err="1">
                <a:solidFill>
                  <a:schemeClr val="bg1"/>
                </a:solidFill>
              </a:rPr>
              <a:t>payment_amount</a:t>
            </a:r>
            <a:r>
              <a:rPr lang="en-IN" sz="1600" b="1" u="sng" dirty="0">
                <a:solidFill>
                  <a:schemeClr val="bg1"/>
                </a:solidFill>
              </a:rPr>
              <a:t>,    </a:t>
            </a:r>
            <a:r>
              <a:rPr lang="en-IN" sz="1600" b="1" u="sng" dirty="0" err="1">
                <a:solidFill>
                  <a:schemeClr val="bg1"/>
                </a:solidFill>
              </a:rPr>
              <a:t>p.payment_date</a:t>
            </a:r>
            <a:r>
              <a:rPr lang="en-IN" sz="1600" b="1" u="sng" dirty="0">
                <a:solidFill>
                  <a:schemeClr val="bg1"/>
                </a:solidFill>
              </a:rPr>
              <a:t>,    </a:t>
            </a:r>
            <a:r>
              <a:rPr lang="en-IN" sz="1600" b="1" u="sng" dirty="0" err="1">
                <a:solidFill>
                  <a:schemeClr val="bg1"/>
                </a:solidFill>
              </a:rPr>
              <a:t>p.payment_status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FROM Student s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INNER JOIN </a:t>
            </a:r>
            <a:r>
              <a:rPr lang="en-IN" sz="1600" b="1" u="sng" dirty="0" err="1">
                <a:solidFill>
                  <a:schemeClr val="bg1"/>
                </a:solidFill>
              </a:rPr>
              <a:t>Enrollment</a:t>
            </a:r>
            <a:r>
              <a:rPr lang="en-IN" sz="1600" b="1" u="sng" dirty="0">
                <a:solidFill>
                  <a:schemeClr val="bg1"/>
                </a:solidFill>
              </a:rPr>
              <a:t> e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ON </a:t>
            </a:r>
            <a:r>
              <a:rPr lang="en-IN" sz="1600" b="1" u="sng" dirty="0" err="1">
                <a:solidFill>
                  <a:schemeClr val="bg1"/>
                </a:solidFill>
              </a:rPr>
              <a:t>s.student_id</a:t>
            </a:r>
            <a:r>
              <a:rPr lang="en-IN" sz="1600" b="1" u="sng" dirty="0">
                <a:solidFill>
                  <a:schemeClr val="bg1"/>
                </a:solidFill>
              </a:rPr>
              <a:t> = </a:t>
            </a:r>
            <a:r>
              <a:rPr lang="en-IN" sz="1600" b="1" u="sng" dirty="0" err="1">
                <a:solidFill>
                  <a:schemeClr val="bg1"/>
                </a:solidFill>
              </a:rPr>
              <a:t>e.student_id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INNER JOIN Course c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ON </a:t>
            </a:r>
            <a:r>
              <a:rPr lang="en-IN" sz="1600" b="1" u="sng" dirty="0" err="1">
                <a:solidFill>
                  <a:schemeClr val="bg1"/>
                </a:solidFill>
              </a:rPr>
              <a:t>e.course_id</a:t>
            </a:r>
            <a:r>
              <a:rPr lang="en-IN" sz="1600" b="1" u="sng" dirty="0">
                <a:solidFill>
                  <a:schemeClr val="bg1"/>
                </a:solidFill>
              </a:rPr>
              <a:t> = </a:t>
            </a:r>
            <a:r>
              <a:rPr lang="en-IN" sz="1600" b="1" u="sng" dirty="0" err="1">
                <a:solidFill>
                  <a:schemeClr val="bg1"/>
                </a:solidFill>
              </a:rPr>
              <a:t>c.course_id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INNER JOIN Payment p</a:t>
            </a: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ON </a:t>
            </a:r>
            <a:r>
              <a:rPr lang="en-IN" sz="1600" b="1" u="sng" dirty="0" err="1">
                <a:solidFill>
                  <a:schemeClr val="bg1"/>
                </a:solidFill>
              </a:rPr>
              <a:t>e.enrollment_id</a:t>
            </a:r>
            <a:r>
              <a:rPr lang="en-IN" sz="1600" b="1" u="sng" dirty="0">
                <a:solidFill>
                  <a:schemeClr val="bg1"/>
                </a:solidFill>
              </a:rPr>
              <a:t> = </a:t>
            </a:r>
            <a:r>
              <a:rPr lang="en-IN" sz="1600" b="1" u="sng" dirty="0" err="1">
                <a:solidFill>
                  <a:schemeClr val="bg1"/>
                </a:solidFill>
              </a:rPr>
              <a:t>p.enrollment_id</a:t>
            </a:r>
            <a:r>
              <a:rPr lang="en-IN" sz="1600" b="1" u="sng" dirty="0">
                <a:solidFill>
                  <a:schemeClr val="bg1"/>
                </a:solidFill>
              </a:rPr>
              <a:t>; </a:t>
            </a:r>
            <a:br>
              <a:rPr lang="en-IN" sz="1600" b="1" u="sng" dirty="0">
                <a:solidFill>
                  <a:schemeClr val="bg1"/>
                </a:solidFill>
              </a:rPr>
            </a:br>
            <a:br>
              <a:rPr lang="en-IN" sz="1600" b="1" u="sng" dirty="0">
                <a:solidFill>
                  <a:schemeClr val="bg1"/>
                </a:solidFill>
              </a:rPr>
            </a:br>
            <a:r>
              <a:rPr lang="en-IN" sz="1600" b="1" u="sng" dirty="0">
                <a:solidFill>
                  <a:schemeClr val="bg1"/>
                </a:solidFill>
              </a:rPr>
              <a:t>SELECT * FROM </a:t>
            </a:r>
            <a:r>
              <a:rPr lang="en-IN" sz="1600" b="1" u="sng" dirty="0" err="1">
                <a:solidFill>
                  <a:schemeClr val="bg1"/>
                </a:solidFill>
              </a:rPr>
              <a:t>Student_Payment_View</a:t>
            </a:r>
            <a:r>
              <a:rPr lang="en-IN" sz="1600" b="1" u="sng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9EE134-5B8B-2164-7429-A6A58BC1A71A}"/>
              </a:ext>
            </a:extLst>
          </p:cNvPr>
          <p:cNvSpPr txBox="1"/>
          <p:nvPr/>
        </p:nvSpPr>
        <p:spPr>
          <a:xfrm>
            <a:off x="39329" y="176981"/>
            <a:ext cx="11880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u="sng" dirty="0">
                <a:solidFill>
                  <a:schemeClr val="bg1"/>
                </a:solidFill>
              </a:rPr>
              <a:t>Student Payment View</a:t>
            </a:r>
            <a:br>
              <a:rPr lang="en-US" b="1" i="1" dirty="0">
                <a:solidFill>
                  <a:schemeClr val="bg1"/>
                </a:solidFill>
              </a:rPr>
            </a:br>
            <a:r>
              <a:rPr lang="en-US" b="1" i="1" dirty="0">
                <a:solidFill>
                  <a:schemeClr val="bg1"/>
                </a:solidFill>
              </a:rPr>
              <a:t> Student ID, Student Name, Course Name, Payment Amount, Payment Date, Payment Status</a:t>
            </a:r>
            <a:endParaRPr lang="en-IN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3149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E7B3B-16B1-CE7B-3AE1-B373FAB8E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25EE8-6F09-136B-6EC7-1A64461B3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F3CFCB-00B6-6E02-BD27-E9EFADDBD7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44B8C29-94FB-F94E-7FD7-12CF3F98ACEB}"/>
              </a:ext>
            </a:extLst>
          </p:cNvPr>
          <p:cNvSpPr txBox="1"/>
          <p:nvPr/>
        </p:nvSpPr>
        <p:spPr>
          <a:xfrm>
            <a:off x="924232" y="1101213"/>
            <a:ext cx="1059917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600" b="1" dirty="0">
                <a:solidFill>
                  <a:schemeClr val="bg1"/>
                </a:solidFill>
              </a:rPr>
              <a:t>THANK </a:t>
            </a:r>
            <a:br>
              <a:rPr lang="en-IN" sz="9600" b="1" dirty="0">
                <a:solidFill>
                  <a:schemeClr val="bg1"/>
                </a:solidFill>
              </a:rPr>
            </a:br>
            <a:r>
              <a:rPr lang="en-IN" sz="9600" b="1" dirty="0">
                <a:solidFill>
                  <a:schemeClr val="bg1"/>
                </a:solidFill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423171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719</TotalTime>
  <Words>1841</Words>
  <Application>Microsoft Office PowerPoint</Application>
  <PresentationFormat>Widescreen</PresentationFormat>
  <Paragraphs>65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akshita munpelli</dc:creator>
  <cp:lastModifiedBy>akshita munpelli</cp:lastModifiedBy>
  <cp:revision>1</cp:revision>
  <dcterms:created xsi:type="dcterms:W3CDTF">2026-07-17T15:14:34Z</dcterms:created>
  <dcterms:modified xsi:type="dcterms:W3CDTF">2026-08-04T06:51:31Z</dcterms:modified>
</cp:coreProperties>
</file>